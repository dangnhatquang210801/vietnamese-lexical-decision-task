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9" r:id="rId2"/>
    <p:sldId id="270" r:id="rId3"/>
    <p:sldId id="271" r:id="rId4"/>
    <p:sldId id="266" r:id="rId5"/>
    <p:sldId id="272" r:id="rId6"/>
    <p:sldId id="275" r:id="rId7"/>
    <p:sldId id="276" r:id="rId8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781676B-64D7-A140-ACAD-3CCCBC068D44}">
          <p14:sldIdLst>
            <p14:sldId id="269"/>
          </p14:sldIdLst>
        </p14:section>
        <p14:section name="Section 1" id="{FD9E48D2-741A-BB4F-A3E1-9944E5DCD3FF}">
          <p14:sldIdLst>
            <p14:sldId id="270"/>
            <p14:sldId id="271"/>
            <p14:sldId id="266"/>
          </p14:sldIdLst>
        </p14:section>
        <p14:section name="Section 2" id="{04E92B77-70E5-BB4E-A00F-51B966E25D4C}">
          <p14:sldIdLst>
            <p14:sldId id="272"/>
            <p14:sldId id="275"/>
          </p14:sldIdLst>
        </p14:section>
        <p14:section name="final" id="{03523F73-239D-A445-BF40-BCFBBDA0677C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77" autoAdjust="0"/>
    <p:restoredTop sz="95872" autoAdjust="0"/>
  </p:normalViewPr>
  <p:slideViewPr>
    <p:cSldViewPr snapToObjects="1">
      <p:cViewPr>
        <p:scale>
          <a:sx n="103" d="100"/>
          <a:sy n="103" d="100"/>
        </p:scale>
        <p:origin x="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28AD-B8FF-467B-AF5F-4891412E46D0}" type="datetimeFigureOut">
              <a:rPr lang="de-DE" smtClean="0"/>
              <a:t>31.05.2022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045E6-D734-4DB2-BEE5-DF972DD20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0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74557" y="2841830"/>
            <a:ext cx="6408712" cy="324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tabLst>
                <a:tab pos="1152525" algn="l"/>
              </a:tabLst>
              <a:defRPr sz="1500" b="0">
                <a:solidFill>
                  <a:schemeClr val="bg2"/>
                </a:solidFill>
                <a:latin typeface="RUB Scala MZ" panose="02000504070000020003" pitchFamily="2" charset="77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 err="1"/>
              <a:t>Subtitle</a:t>
            </a:r>
            <a:r>
              <a:rPr lang="de-DE" dirty="0"/>
              <a:t> / </a:t>
            </a:r>
            <a:r>
              <a:rPr lang="de-DE" dirty="0" err="1"/>
              <a:t>Author</a:t>
            </a:r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6" y="1662477"/>
            <a:ext cx="6408711" cy="116855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000" b="1" cap="all" baseline="0">
                <a:latin typeface="RubFlama" panose="02000000000000000000" pitchFamily="2" charset="77"/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9" name="Grafik 8" descr="Ein Bild, das Gebäude, Kuppel enthält.&#10;&#10;Automatisch generierte Beschreibung">
            <a:extLst>
              <a:ext uri="{FF2B5EF4-FFF2-40B4-BE49-F238E27FC236}">
                <a16:creationId xmlns:a16="http://schemas.microsoft.com/office/drawing/2014/main" id="{C1BB2F7F-31E0-CC41-A64A-1FC9D0F54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60"/>
          <a:stretch/>
        </p:blipFill>
        <p:spPr>
          <a:xfrm>
            <a:off x="6876256" y="366333"/>
            <a:ext cx="2267744" cy="4554850"/>
          </a:xfrm>
          <a:prstGeom prst="rect">
            <a:avLst/>
          </a:prstGeom>
        </p:spPr>
      </p:pic>
      <p:pic>
        <p:nvPicPr>
          <p:cNvPr id="10" name="Grafik 9" descr="Ein Bild, das Essen, Hemd, Hut enthält.&#10;&#10;Automatisch generierte Beschreibung">
            <a:extLst>
              <a:ext uri="{FF2B5EF4-FFF2-40B4-BE49-F238E27FC236}">
                <a16:creationId xmlns:a16="http://schemas.microsoft.com/office/drawing/2014/main" id="{98AD6756-A286-5C42-83BD-A10AFBE498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57" y="4380649"/>
            <a:ext cx="1089286" cy="45617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84B9F8B-66D5-4148-8E60-DCA14A80E2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21" y="4306028"/>
            <a:ext cx="1089287" cy="604355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556" y="1334851"/>
            <a:ext cx="3455988" cy="28416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ubFlama" panose="02000000000000000000" pitchFamily="2" charset="77"/>
              </a:defRPr>
            </a:lvl1pPr>
          </a:lstStyle>
          <a:p>
            <a:pPr lvl="0"/>
            <a:r>
              <a:rPr lang="de-DE" dirty="0"/>
              <a:t>Type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/ Place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147814"/>
            <a:ext cx="6408737" cy="324001"/>
          </a:xfrm>
          <a:prstGeom prst="rect">
            <a:avLst/>
          </a:prstGeom>
        </p:spPr>
        <p:txBody>
          <a:bodyPr/>
          <a:lstStyle>
            <a:lvl1pPr>
              <a:defRPr sz="900" b="0" i="0">
                <a:latin typeface="RubFlama" panose="02000000000000000000" pitchFamily="2" charset="77"/>
              </a:defRPr>
            </a:lvl1pPr>
          </a:lstStyle>
          <a:p>
            <a:pPr lvl="0"/>
            <a:r>
              <a:rPr lang="de-D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7225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C9283559-2C67-3341-AD9F-8FD2B222F5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0469">
            <a:off x="823" y="703030"/>
            <a:ext cx="2123715" cy="2416642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499992" y="503998"/>
            <a:ext cx="4320008" cy="378000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Title | </a:t>
            </a:r>
            <a:r>
              <a:rPr lang="de-DE" dirty="0" err="1"/>
              <a:t>Section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03598"/>
            <a:ext cx="1727720" cy="1512168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de-DE" dirty="0" err="1"/>
              <a:t>Section</a:t>
            </a:r>
            <a:r>
              <a:rPr lang="de-DE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37058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Hemd enthält.&#10;&#10;Automatisch generierte Beschreibung">
            <a:extLst>
              <a:ext uri="{FF2B5EF4-FFF2-40B4-BE49-F238E27FC236}">
                <a16:creationId xmlns:a16="http://schemas.microsoft.com/office/drawing/2014/main" id="{0C5671DE-AE8F-BD4E-A408-73AC0F5286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Title | </a:t>
            </a:r>
            <a:r>
              <a:rPr lang="de-DE" dirty="0" err="1"/>
              <a:t>Section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005358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7632392" cy="3366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1"/>
            <a:r>
              <a:rPr lang="de-DE" dirty="0"/>
              <a:t>Text</a:t>
            </a:r>
          </a:p>
          <a:p>
            <a:pPr lvl="2"/>
            <a:r>
              <a:rPr lang="de-DE" dirty="0"/>
              <a:t>Bullet 1</a:t>
            </a:r>
          </a:p>
          <a:p>
            <a:pPr lvl="3"/>
            <a:r>
              <a:rPr lang="de-DE" dirty="0"/>
              <a:t>Bullet 2</a:t>
            </a:r>
          </a:p>
          <a:p>
            <a:pPr lvl="4"/>
            <a:r>
              <a:rPr lang="de-DE" dirty="0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62264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3" userDrawn="1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 userDrawn="1">
          <p15:clr>
            <a:srgbClr val="FBAE40"/>
          </p15:clr>
        </p15:guide>
        <p15:guide id="5" pos="27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Hemd enthält.&#10;&#10;Automatisch generierte Beschreibung">
            <a:extLst>
              <a:ext uri="{FF2B5EF4-FFF2-40B4-BE49-F238E27FC236}">
                <a16:creationId xmlns:a16="http://schemas.microsoft.com/office/drawing/2014/main" id="{1DEE1A4F-898D-2443-AEB3-8E0A7577CB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Add Image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Title | </a:t>
            </a:r>
            <a:r>
              <a:rPr lang="de-DE" dirty="0" err="1"/>
              <a:t>Section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Image title</a:t>
            </a:r>
          </a:p>
          <a:p>
            <a:pPr lvl="1"/>
            <a:r>
              <a:rPr lang="de-DE" dirty="0"/>
              <a:t>Explanation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80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Add Image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Image title</a:t>
            </a:r>
          </a:p>
          <a:p>
            <a:pPr lvl="1"/>
            <a:r>
              <a:rPr lang="de-DE" dirty="0"/>
              <a:t>Explanation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 err="1"/>
              <a:t>Section</a:t>
            </a:r>
            <a:r>
              <a:rPr lang="de-DE" dirty="0"/>
              <a:t> | </a:t>
            </a:r>
            <a:r>
              <a:rPr lang="de-DE" dirty="0" err="1"/>
              <a:t>Section</a:t>
            </a:r>
            <a:r>
              <a:rPr lang="de-DE" dirty="0"/>
              <a:t> </a:t>
            </a:r>
            <a:r>
              <a:rPr lang="de-DE" dirty="0" err="1"/>
              <a:t>headline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225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  <p15:guide id="5" pos="2790">
          <p15:clr>
            <a:srgbClr val="FBAE40"/>
          </p15:clr>
        </p15:guide>
        <p15:guide id="6" pos="54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Hemd enthält.&#10;&#10;Automatisch generierte Beschreibung">
            <a:extLst>
              <a:ext uri="{FF2B5EF4-FFF2-40B4-BE49-F238E27FC236}">
                <a16:creationId xmlns:a16="http://schemas.microsoft.com/office/drawing/2014/main" id="{3691E624-6FE3-A249-9BF6-2238875A63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04000" y="954000"/>
            <a:ext cx="4536000" cy="3024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Add Image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C0A025C-8C18-BDCA-6D1D-0392EE474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3706" y="884479"/>
            <a:ext cx="3594238" cy="327144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1999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5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Hemd enthält.&#10;&#10;Automatisch generierte Beschreibung">
            <a:extLst>
              <a:ext uri="{FF2B5EF4-FFF2-40B4-BE49-F238E27FC236}">
                <a16:creationId xmlns:a16="http://schemas.microsoft.com/office/drawing/2014/main" id="{0662EBE8-6910-0A43-9CBD-50EA6CA501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4104000" cy="336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Title | Chapter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8719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91117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pic>
        <p:nvPicPr>
          <p:cNvPr id="7" name="Grafik 6" descr="Ein Bild, das Gebäude, Kuppel enthält.&#10;&#10;Automatisch generierte Beschreibung">
            <a:extLst>
              <a:ext uri="{FF2B5EF4-FFF2-40B4-BE49-F238E27FC236}">
                <a16:creationId xmlns:a16="http://schemas.microsoft.com/office/drawing/2014/main" id="{B3469E6B-16C1-F749-814D-B68A2BD38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9" t="-1686" r="-40434" b="1686"/>
          <a:stretch/>
        </p:blipFill>
        <p:spPr>
          <a:xfrm>
            <a:off x="0" y="411510"/>
            <a:ext cx="2812691" cy="3981189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19672" y="1744699"/>
            <a:ext cx="6892745" cy="1653568"/>
          </a:xfrm>
          <a:prstGeom prst="rect">
            <a:avLst/>
          </a:prstGeom>
        </p:spPr>
        <p:txBody>
          <a:bodyPr anchor="b"/>
          <a:lstStyle>
            <a:lvl1pPr algn="l">
              <a:defRPr sz="4800" b="1" i="0">
                <a:solidFill>
                  <a:srgbClr val="1F3B51"/>
                </a:solidFill>
                <a:latin typeface="RubFlama" panose="02000000000000000000" pitchFamily="2" charset="77"/>
                <a:cs typeface="Poppins" panose="00000500000000000000" pitchFamily="2" charset="0"/>
              </a:defRPr>
            </a:lvl1pPr>
          </a:lstStyle>
          <a:p>
            <a:r>
              <a:rPr lang="en-GB" noProof="0" dirty="0"/>
              <a:t>Thank you for your attention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19672" y="1287000"/>
            <a:ext cx="6892745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latin typeface="RubFlama" panose="02000000000000000000" pitchFamily="2" charset="77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9672" y="3483149"/>
            <a:ext cx="6892745" cy="312737"/>
          </a:xfrm>
          <a:prstGeom prst="rect">
            <a:avLst/>
          </a:prstGeom>
        </p:spPr>
        <p:txBody>
          <a:bodyPr/>
          <a:lstStyle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 panose="02000504070000020003" pitchFamily="2" charset="77"/>
              </a:defRPr>
            </a:lvl2pPr>
          </a:lstStyle>
          <a:p>
            <a:pPr lvl="1"/>
            <a:r>
              <a:rPr lang="en-GB" noProof="0" dirty="0"/>
              <a:t>E-Mail - Autor</a:t>
            </a:r>
          </a:p>
        </p:txBody>
      </p:sp>
    </p:spTree>
    <p:extLst>
      <p:ext uri="{BB962C8B-B14F-4D97-AF65-F5344CB8AC3E}">
        <p14:creationId xmlns:p14="http://schemas.microsoft.com/office/powerpoint/2010/main" val="178363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Hemd enthält.&#10;&#10;Automatisch generierte Beschreibung">
            <a:extLst>
              <a:ext uri="{FF2B5EF4-FFF2-40B4-BE49-F238E27FC236}">
                <a16:creationId xmlns:a16="http://schemas.microsoft.com/office/drawing/2014/main" id="{85A8589D-24F0-C44A-A06A-3ACD06CB53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918000"/>
            <a:ext cx="8172000" cy="336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 userDrawn="1"/>
        </p:nvGrpSpPr>
        <p:grpSpPr>
          <a:xfrm>
            <a:off x="-2628800" y="-468000"/>
            <a:ext cx="14833648" cy="6083999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weitere eingefügt werden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17" name="Grafik 16" descr="Ein Bild, das Essen, Hemd, Hut enthält.&#10;&#10;Automatisch generierte Beschreibung">
            <a:extLst>
              <a:ext uri="{FF2B5EF4-FFF2-40B4-BE49-F238E27FC236}">
                <a16:creationId xmlns:a16="http://schemas.microsoft.com/office/drawing/2014/main" id="{0080B597-C547-3242-B718-CAD852191D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714" y="4571638"/>
            <a:ext cx="1089286" cy="4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 userDrawn="1">
            <p:ph type="dt" sz="half" idx="2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720000" y="4752000"/>
            <a:ext cx="6300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r>
              <a:rPr lang="de-DE" dirty="0"/>
              <a:t>Titel | ggf. weitere Angaben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324000" y="4752000"/>
            <a:ext cx="252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grpSp>
        <p:nvGrpSpPr>
          <p:cNvPr id="31" name="Regieanweisungen"/>
          <p:cNvGrpSpPr/>
          <p:nvPr userDrawn="1"/>
        </p:nvGrpSpPr>
        <p:grpSpPr>
          <a:xfrm>
            <a:off x="-2088000" y="-468000"/>
            <a:ext cx="13284000" cy="6083999"/>
            <a:chOff x="-2088000" y="-468000"/>
            <a:chExt cx="13284000" cy="6083999"/>
          </a:xfrm>
        </p:grpSpPr>
        <p:grpSp>
          <p:nvGrpSpPr>
            <p:cNvPr id="29" name="Listenebenen"/>
            <p:cNvGrpSpPr/>
            <p:nvPr userDrawn="1"/>
          </p:nvGrpSpPr>
          <p:grpSpPr>
            <a:xfrm>
              <a:off x="-2088000" y="1368000"/>
              <a:ext cx="1980000" cy="2319874"/>
              <a:chOff x="-2088000" y="1368000"/>
              <a:chExt cx="1980000" cy="2319874"/>
            </a:xfrm>
          </p:grpSpPr>
          <p:sp>
            <p:nvSpPr>
              <p:cNvPr id="12" name="Text // Listenebene erhöhen"/>
              <p:cNvSpPr txBox="1"/>
              <p:nvPr userDrawn="1"/>
            </p:nvSpPr>
            <p:spPr>
              <a:xfrm>
                <a:off x="-2016000" y="2787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13" name="Text // Listenebene verringern"/>
              <p:cNvSpPr txBox="1"/>
              <p:nvPr userDrawn="1"/>
            </p:nvSpPr>
            <p:spPr>
              <a:xfrm>
                <a:off x="-2016000" y="3291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5" name="Listenebenen"/>
              <p:cNvSpPr txBox="1"/>
              <p:nvPr userDrawn="1"/>
            </p:nvSpPr>
            <p:spPr>
              <a:xfrm rot="10800000" flipH="1" flipV="1">
                <a:off x="-2088000" y="1368000"/>
                <a:ext cx="1980000" cy="828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Listen erstellen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Wechseln Sie die Textebene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</a:p>
            </p:txBody>
          </p:sp>
          <p:pic>
            <p:nvPicPr>
              <p:cNvPr id="27" name="Bild // Listenebene verringern"/>
              <p:cNvPicPr>
                <a:picLocks noChangeAspect="1"/>
              </p:cNvPicPr>
              <p:nvPr userDrawn="1"/>
            </p:nvPicPr>
            <p:blipFill>
              <a:blip r:embed="rId11"/>
              <a:stretch>
                <a:fillRect/>
              </a:stretch>
            </p:blipFill>
            <p:spPr>
              <a:xfrm>
                <a:off x="-963360" y="3291874"/>
                <a:ext cx="855360" cy="396000"/>
              </a:xfrm>
              <a:prstGeom prst="rect">
                <a:avLst/>
              </a:prstGeom>
            </p:spPr>
          </p:pic>
          <p:pic>
            <p:nvPicPr>
              <p:cNvPr id="28" name="Bild // Listenebene erhöhen"/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-963360" y="2787874"/>
                <a:ext cx="855360" cy="396000"/>
              </a:xfrm>
              <a:prstGeom prst="rect">
                <a:avLst/>
              </a:prstGeom>
            </p:spPr>
          </p:pic>
        </p:grpSp>
        <p:sp>
          <p:nvSpPr>
            <p:cNvPr id="14" name="Zurücksetzen"/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5" name="Hilfslinien"/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Menü: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Haken bei Führungslinien setzen</a:t>
              </a:r>
            </a:p>
          </p:txBody>
        </p:sp>
        <p:sp>
          <p:nvSpPr>
            <p:cNvPr id="16" name="Fußzeile"/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2283786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</p:grp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1B1FA0-8233-4248-B899-BF9702E3E986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fik 20" descr="Ein Bild, das Essen, Hemd, Hut enthält.&#10;&#10;Automatisch generierte Beschreibung">
            <a:extLst>
              <a:ext uri="{FF2B5EF4-FFF2-40B4-BE49-F238E27FC236}">
                <a16:creationId xmlns:a16="http://schemas.microsoft.com/office/drawing/2014/main" id="{63980D3F-44B4-F04C-A20F-5AE6C95617D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714" y="4571638"/>
            <a:ext cx="1089286" cy="4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1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3" r:id="rId5"/>
    <p:sldLayoutId id="2147483662" r:id="rId6"/>
    <p:sldLayoutId id="2147483658" r:id="rId7"/>
    <p:sldLayoutId id="2147483654" r:id="rId8"/>
    <p:sldLayoutId id="2147483667" r:id="rId9"/>
  </p:sldLayoutIdLst>
  <p:hf hdr="0" dt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700" b="1" kern="1200" baseline="0">
          <a:solidFill>
            <a:schemeClr val="tx2"/>
          </a:solidFill>
          <a:latin typeface="RubFlama" panose="02000000000000000000" pitchFamily="2" charset="77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1200"/>
        </a:spcAft>
        <a:buSzPct val="75000"/>
        <a:buFont typeface="Arial" panose="020B0604020202020204" pitchFamily="34" charset="0"/>
        <a:buNone/>
        <a:defRPr sz="1500" b="1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1pPr>
      <a:lvl2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2pPr>
      <a:lvl3pPr marL="234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3pPr>
      <a:lvl4pPr marL="468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4pPr>
      <a:lvl5pPr marL="702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5pPr>
      <a:lvl6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6pPr>
      <a:lvl7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7pPr>
      <a:lvl8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8pPr>
      <a:lvl9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 userDrawn="1">
          <p15:clr>
            <a:srgbClr val="5ACBF0"/>
          </p15:clr>
        </p15:guide>
        <p15:guide id="2" pos="5059" userDrawn="1">
          <p15:clr>
            <a:srgbClr val="5ACBF0"/>
          </p15:clr>
        </p15:guide>
        <p15:guide id="3" orient="horz" pos="245" userDrawn="1">
          <p15:clr>
            <a:srgbClr val="5ACBF0"/>
          </p15:clr>
        </p15:guide>
        <p15:guide id="4" orient="horz" pos="2700" userDrawn="1">
          <p15:clr>
            <a:srgbClr val="5ACBF0"/>
          </p15:clr>
        </p15:guide>
        <p15:guide id="5" pos="544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608F1DFF-05FB-2F49-BCD4-37026B04A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Subtitle</a:t>
            </a:r>
            <a:r>
              <a:rPr lang="de-DE" dirty="0"/>
              <a:t> /Prof. Dr. Tibor Kiss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2754679-0C32-ED49-BC9D-A4B22EC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cap="none" dirty="0"/>
              <a:t>Title </a:t>
            </a:r>
            <a:r>
              <a:rPr lang="de-DE" sz="3200" cap="none" dirty="0" err="1"/>
              <a:t>of</a:t>
            </a:r>
            <a:r>
              <a:rPr lang="de-DE" sz="3200" cap="none" dirty="0"/>
              <a:t> </a:t>
            </a:r>
            <a:r>
              <a:rPr lang="de-DE" sz="3200" cap="none" dirty="0" err="1"/>
              <a:t>presentation</a:t>
            </a:r>
            <a:endParaRPr lang="de-DE" sz="3200" cap="non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32CA65-7B33-5A4D-A564-2945127BB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44EACC-2777-6847-8CED-1283195C62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4398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43CE2F5-5E80-4D4A-A9D8-A3334845A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04CF5F-8408-5E45-96A8-637B7CCD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Title | </a:t>
            </a:r>
            <a:r>
              <a:rPr lang="de-DE" dirty="0" err="1"/>
              <a:t>Section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EAFFB1-FDA4-AC48-80DE-5010F41C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1B9612F-0C41-CA4A-BE31-622FDE3E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563638"/>
            <a:ext cx="1728192" cy="1224136"/>
          </a:xfrm>
        </p:spPr>
        <p:txBody>
          <a:bodyPr/>
          <a:lstStyle/>
          <a:p>
            <a:r>
              <a:rPr lang="de-DE" dirty="0" err="1"/>
              <a:t>Section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8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3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43DF1B-46DD-45FF-8802-56FD9ED4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table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584B97-0830-49E9-8622-7CA269A9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53DEE6-588D-4F30-8C07-1546A188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4</a:t>
            </a:fld>
            <a:r>
              <a:rPr lang="de-DE"/>
              <a:t> </a:t>
            </a:r>
            <a:endParaRPr lang="de-DE" dirty="0"/>
          </a:p>
        </p:txBody>
      </p:sp>
      <p:graphicFrame>
        <p:nvGraphicFramePr>
          <p:cNvPr id="6" name="Tabellenplatzhalter 5">
            <a:extLst>
              <a:ext uri="{FF2B5EF4-FFF2-40B4-BE49-F238E27FC236}">
                <a16:creationId xmlns:a16="http://schemas.microsoft.com/office/drawing/2014/main" id="{74D7691F-EB0A-459B-9369-7C55A08E09F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6179031"/>
              </p:ext>
            </p:extLst>
          </p:nvPr>
        </p:nvGraphicFramePr>
        <p:xfrm>
          <a:off x="468313" y="917575"/>
          <a:ext cx="8172450" cy="33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4490">
                  <a:extLst>
                    <a:ext uri="{9D8B030D-6E8A-4147-A177-3AD203B41FA5}">
                      <a16:colId xmlns:a16="http://schemas.microsoft.com/office/drawing/2014/main" val="1782383127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907831228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465215115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007677052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129803122"/>
                    </a:ext>
                  </a:extLst>
                </a:gridCol>
              </a:tblGrid>
              <a:tr h="336868">
                <a:tc gridSpan="5"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chemeClr val="tx2"/>
                          </a:solidFill>
                        </a:rPr>
                        <a:t>Table </a:t>
                      </a:r>
                      <a:r>
                        <a:rPr lang="de-DE" sz="1500" b="1" dirty="0" err="1">
                          <a:solidFill>
                            <a:schemeClr val="tx2"/>
                          </a:solidFill>
                        </a:rPr>
                        <a:t>name</a:t>
                      </a:r>
                      <a:endParaRPr lang="de-DE" sz="15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89036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endParaRPr lang="de-DE" sz="10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>
                          <a:solidFill>
                            <a:schemeClr val="tx2"/>
                          </a:solidFill>
                        </a:rPr>
                        <a:t>Spalte 1</a:t>
                      </a:r>
                      <a:endParaRPr lang="de-DE" sz="10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>
                          <a:solidFill>
                            <a:schemeClr val="tx2"/>
                          </a:solidFill>
                        </a:rPr>
                        <a:t>Spalte 2</a:t>
                      </a:r>
                      <a:endParaRPr lang="de-DE" sz="10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Spalte 3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Spalte 4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302797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Zeile 1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846124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Zeile 2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237455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Zeile 3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923840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Zeile 4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926707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Zeile 5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929592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Zeile 6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36202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Zeile 7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Inhalt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963510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Schlusszeile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Ergebnis 1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Ergebnis 2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Ergebnis 3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Ergebnis 4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0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6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43CE2F5-5E80-4D4A-A9D8-A3334845A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04CF5F-8408-5E45-96A8-637B7CCD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EAFFB1-FDA4-AC48-80DE-5010F41C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5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1B9612F-0C41-CA4A-BE31-622FDE3E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88" y="1419622"/>
            <a:ext cx="1394108" cy="1224136"/>
          </a:xfrm>
        </p:spPr>
        <p:txBody>
          <a:bodyPr/>
          <a:lstStyle/>
          <a:p>
            <a:r>
              <a:rPr lang="de-DE" dirty="0" err="1"/>
              <a:t>Section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01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692A8-9829-1A47-BB20-8674D205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19E2AD-48B3-F94D-8156-2F91315C5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6EDA16-4480-634F-A0F7-B452520D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FF6062-5FBD-A146-B19F-0E3655D7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6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F1BDCF1C-3EDD-0D40-BCD8-C4B2FD8F3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1406ADE-D5A9-4B4A-B554-E867D118035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85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A9586FB-4BE5-6049-8CC3-0EBC1CE3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2B0FCD5-40B1-1847-8420-AA6E9533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7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B70C87F-5680-4145-B4CA-870060EC2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endParaRPr lang="de-DE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B02ED34-1DD4-FD43-98E8-A1ECBD1151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1BC0611-FCC2-EB41-B14D-C73B4E87F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795907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dsl_new" id="{E6300DBC-DA46-8A4E-A992-6D6FFCC5B225}" vid="{FDA28492-59CF-8140-A178-54C9613E0FC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ldsl_new</Template>
  <TotalTime>0</TotalTime>
  <Words>111</Words>
  <Application>Microsoft Office PowerPoint</Application>
  <PresentationFormat>Bildschirmpräsentation (16:9)</PresentationFormat>
  <Paragraphs>53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Calibri</vt:lpstr>
      <vt:lpstr>RUB Scala MZ</vt:lpstr>
      <vt:lpstr>RubFlama</vt:lpstr>
      <vt:lpstr>Wingdings</vt:lpstr>
      <vt:lpstr>PowerPoint Master RUB</vt:lpstr>
      <vt:lpstr>Title of presentation</vt:lpstr>
      <vt:lpstr>Section</vt:lpstr>
      <vt:lpstr>PowerPoint-Präsentation</vt:lpstr>
      <vt:lpstr>Example for table</vt:lpstr>
      <vt:lpstr>Section</vt:lpstr>
      <vt:lpstr>PowerPoint-Präsentation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AC: Data collection and data simulation for GLMMs</dc:title>
  <dc:creator>Mirjam Koch</dc:creator>
  <cp:lastModifiedBy>Mirjam Koch</cp:lastModifiedBy>
  <cp:revision>2</cp:revision>
  <dcterms:created xsi:type="dcterms:W3CDTF">2022-05-31T19:12:36Z</dcterms:created>
  <dcterms:modified xsi:type="dcterms:W3CDTF">2022-05-31T19:21:19Z</dcterms:modified>
</cp:coreProperties>
</file>