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c061613ba44b30" /><Relationship Type="http://schemas.openxmlformats.org/officeDocument/2006/relationships/extended-properties" Target="/docProps/app.xml" Id="Rf2ea25699a8e4b31" /><Relationship Type="http://schemas.openxmlformats.org/officeDocument/2006/relationships/officeDocument" Target="/ppt/presentation.xml" Id="R39baed573b4145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845dce4274074"/>
  </p:sldMasterIdLst>
  <p:notesMasterIdLst>
    <p:notesMasterId xmlns:r="http://schemas.openxmlformats.org/officeDocument/2006/relationships" r:id="Ra0b43ea9d02d455c"/>
  </p:notesMasterIdLst>
  <p:sldIdLst>
    <p:sldId xmlns:r="http://schemas.openxmlformats.org/officeDocument/2006/relationships" id="256" r:id="R260f7537d19146c0"/>
    <p:sldId xmlns:r="http://schemas.openxmlformats.org/officeDocument/2006/relationships" id="257" r:id="R4fb93cdd7b954b52"/>
    <p:sldId xmlns:r="http://schemas.openxmlformats.org/officeDocument/2006/relationships" id="258" r:id="R8272e9bc5dd34d99"/>
    <p:sldId xmlns:r="http://schemas.openxmlformats.org/officeDocument/2006/relationships" id="259" r:id="R0b5565f0d9e040e6"/>
    <p:sldId xmlns:r="http://schemas.openxmlformats.org/officeDocument/2006/relationships" id="260" r:id="R4175966c19784ba2"/>
    <p:sldId xmlns:r="http://schemas.openxmlformats.org/officeDocument/2006/relationships" id="261" r:id="Ra964c6347ca0465b"/>
    <p:sldId xmlns:r="http://schemas.openxmlformats.org/officeDocument/2006/relationships" id="262" r:id="Rdd188531cb58476d"/>
    <p:sldId xmlns:r="http://schemas.openxmlformats.org/officeDocument/2006/relationships" id="263" r:id="Rc8d26034080545b0"/>
    <p:sldId xmlns:r="http://schemas.openxmlformats.org/officeDocument/2006/relationships" id="264" r:id="Re507f7e1122f4b03"/>
    <p:sldId xmlns:r="http://schemas.openxmlformats.org/officeDocument/2006/relationships" id="265" r:id="R24f557b33ba343d4"/>
    <p:sldId xmlns:r="http://schemas.openxmlformats.org/officeDocument/2006/relationships" id="266" r:id="Ra8081cee2ecc4fe5"/>
    <p:sldId xmlns:r="http://schemas.openxmlformats.org/officeDocument/2006/relationships" id="267" r:id="Rc404e5bb3a054587"/>
    <p:sldId xmlns:r="http://schemas.openxmlformats.org/officeDocument/2006/relationships" id="268" r:id="R03e70630c1b94c85"/>
    <p:sldId xmlns:r="http://schemas.openxmlformats.org/officeDocument/2006/relationships" id="269" r:id="R4113d8d55b864ec9"/>
    <p:sldId xmlns:r="http://schemas.openxmlformats.org/officeDocument/2006/relationships" id="270" r:id="R6be81e97659e45dc"/>
    <p:sldId xmlns:r="http://schemas.openxmlformats.org/officeDocument/2006/relationships" id="271" r:id="R0da3bd6e436641c5"/>
    <p:sldId xmlns:r="http://schemas.openxmlformats.org/officeDocument/2006/relationships" id="272" r:id="R5665d568ccb54516"/>
    <p:sldId xmlns:r="http://schemas.openxmlformats.org/officeDocument/2006/relationships" id="273" r:id="R43dd13f3559948e7"/>
    <p:sldId xmlns:r="http://schemas.openxmlformats.org/officeDocument/2006/relationships" id="274" r:id="Rca36c8465d5a4dac"/>
    <p:sldId xmlns:r="http://schemas.openxmlformats.org/officeDocument/2006/relationships" id="275" r:id="R8c7627d67da243c3"/>
    <p:sldId xmlns:r="http://schemas.openxmlformats.org/officeDocument/2006/relationships" id="276" r:id="Rbbc7b16465d24244"/>
    <p:sldId xmlns:r="http://schemas.openxmlformats.org/officeDocument/2006/relationships" id="277" r:id="Rba1bf7e71ae04a66"/>
    <p:sldId xmlns:r="http://schemas.openxmlformats.org/officeDocument/2006/relationships" id="278" r:id="R9b1311cea7284d65"/>
    <p:sldId xmlns:r="http://schemas.openxmlformats.org/officeDocument/2006/relationships" id="279" r:id="R8599079250404ecb"/>
    <p:sldId xmlns:r="http://schemas.openxmlformats.org/officeDocument/2006/relationships" id="280" r:id="R4e3a53867388491f"/>
    <p:sldId xmlns:r="http://schemas.openxmlformats.org/officeDocument/2006/relationships" id="281" r:id="Rb95e64cb9ebc44fb"/>
    <p:sldId xmlns:r="http://schemas.openxmlformats.org/officeDocument/2006/relationships" id="282" r:id="Rb9140b7b6cf74820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bea49c0b2e454f" /><Relationship Type="http://schemas.openxmlformats.org/officeDocument/2006/relationships/slideMaster" Target="/ppt/slideMasters/slideMaster1.xml" Id="Rd56845dce4274074" /><Relationship Type="http://schemas.openxmlformats.org/officeDocument/2006/relationships/notesMaster" Target="/ppt/notesMasters/notesMaster1.xml" Id="Ra0b43ea9d02d455c" /><Relationship Type="http://schemas.openxmlformats.org/officeDocument/2006/relationships/presProps" Target="/ppt/presProps.xml" Id="R59bf88278e804e02" /><Relationship Type="http://schemas.openxmlformats.org/officeDocument/2006/relationships/viewProps" Target="/ppt/viewProps.xml" Id="R94286dfc39174982" /><Relationship Type="http://schemas.openxmlformats.org/officeDocument/2006/relationships/tableStyles" Target="/ppt/tableStyles.xml" Id="R3951639d8b99426b" /><Relationship Type="http://schemas.openxmlformats.org/officeDocument/2006/relationships/slide" Target="/ppt/slides/slide1.xml" Id="R260f7537d19146c0" /><Relationship Type="http://schemas.openxmlformats.org/officeDocument/2006/relationships/slide" Target="/ppt/slides/slide2.xml" Id="R4fb93cdd7b954b52" /><Relationship Type="http://schemas.openxmlformats.org/officeDocument/2006/relationships/slide" Target="/ppt/slides/slide3.xml" Id="R8272e9bc5dd34d99" /><Relationship Type="http://schemas.openxmlformats.org/officeDocument/2006/relationships/slide" Target="/ppt/slides/slide4.xml" Id="R0b5565f0d9e040e6" /><Relationship Type="http://schemas.openxmlformats.org/officeDocument/2006/relationships/slide" Target="/ppt/slides/slide5.xml" Id="R4175966c19784ba2" /><Relationship Type="http://schemas.openxmlformats.org/officeDocument/2006/relationships/slide" Target="/ppt/slides/slide6.xml" Id="Ra964c6347ca0465b" /><Relationship Type="http://schemas.openxmlformats.org/officeDocument/2006/relationships/slide" Target="/ppt/slides/slide7.xml" Id="Rdd188531cb58476d" /><Relationship Type="http://schemas.openxmlformats.org/officeDocument/2006/relationships/slide" Target="/ppt/slides/slide8.xml" Id="Rc8d26034080545b0" /><Relationship Type="http://schemas.openxmlformats.org/officeDocument/2006/relationships/slide" Target="/ppt/slides/slide9.xml" Id="Re507f7e1122f4b03" /><Relationship Type="http://schemas.openxmlformats.org/officeDocument/2006/relationships/slide" Target="/ppt/slides/slide10.xml" Id="R24f557b33ba343d4" /><Relationship Type="http://schemas.openxmlformats.org/officeDocument/2006/relationships/slide" Target="/ppt/slides/slide11.xml" Id="Ra8081cee2ecc4fe5" /><Relationship Type="http://schemas.openxmlformats.org/officeDocument/2006/relationships/slide" Target="/ppt/slides/slide12.xml" Id="Rc404e5bb3a054587" /><Relationship Type="http://schemas.openxmlformats.org/officeDocument/2006/relationships/slide" Target="/ppt/slides/slide13.xml" Id="R03e70630c1b94c85" /><Relationship Type="http://schemas.openxmlformats.org/officeDocument/2006/relationships/slide" Target="/ppt/slides/slide14.xml" Id="R4113d8d55b864ec9" /><Relationship Type="http://schemas.openxmlformats.org/officeDocument/2006/relationships/slide" Target="/ppt/slides/slide15.xml" Id="R6be81e97659e45dc" /><Relationship Type="http://schemas.openxmlformats.org/officeDocument/2006/relationships/slide" Target="/ppt/slides/slide16.xml" Id="R0da3bd6e436641c5" /><Relationship Type="http://schemas.openxmlformats.org/officeDocument/2006/relationships/slide" Target="/ppt/slides/slide17.xml" Id="R5665d568ccb54516" /><Relationship Type="http://schemas.openxmlformats.org/officeDocument/2006/relationships/slide" Target="/ppt/slides/slide18.xml" Id="R43dd13f3559948e7" /><Relationship Type="http://schemas.openxmlformats.org/officeDocument/2006/relationships/slide" Target="/ppt/slides/slide19.xml" Id="Rca36c8465d5a4dac" /><Relationship Type="http://schemas.openxmlformats.org/officeDocument/2006/relationships/slide" Target="/ppt/slides/slide20.xml" Id="R8c7627d67da243c3" /><Relationship Type="http://schemas.openxmlformats.org/officeDocument/2006/relationships/slide" Target="/ppt/slides/slide21.xml" Id="Rbbc7b16465d24244" /><Relationship Type="http://schemas.openxmlformats.org/officeDocument/2006/relationships/slide" Target="/ppt/slides/slide22.xml" Id="Rba1bf7e71ae04a66" /><Relationship Type="http://schemas.openxmlformats.org/officeDocument/2006/relationships/slide" Target="/ppt/slides/slide23.xml" Id="R9b1311cea7284d65" /><Relationship Type="http://schemas.openxmlformats.org/officeDocument/2006/relationships/slide" Target="/ppt/slides/slide24.xml" Id="R8599079250404ecb" /><Relationship Type="http://schemas.openxmlformats.org/officeDocument/2006/relationships/slide" Target="/ppt/slides/slide25.xml" Id="R4e3a53867388491f" /><Relationship Type="http://schemas.openxmlformats.org/officeDocument/2006/relationships/slide" Target="/ppt/slides/slide26.xml" Id="Rb95e64cb9ebc44fb" /><Relationship Type="http://schemas.openxmlformats.org/officeDocument/2006/relationships/slide" Target="/ppt/slides/slide27.xml" Id="Rb9140b7b6cf748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7e249d202044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a3ddb9cddd4845" /><Relationship Type="http://schemas.openxmlformats.org/officeDocument/2006/relationships/notesMaster" Target="/ppt/notesMasters/notesMaster1.xml" Id="R21a0a34c95a446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b031037ca4301" /><Relationship Type="http://schemas.openxmlformats.org/officeDocument/2006/relationships/notesMaster" Target="/ppt/notesMasters/notesMaster1.xml" Id="R2b726a31e6a34a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634076f0364e2b" /><Relationship Type="http://schemas.openxmlformats.org/officeDocument/2006/relationships/notesMaster" Target="/ppt/notesMasters/notesMaster1.xml" Id="Raa86599d0db64f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abf7af06314886" /><Relationship Type="http://schemas.openxmlformats.org/officeDocument/2006/relationships/notesMaster" Target="/ppt/notesMasters/notesMaster1.xml" Id="Rb3ff3c04149940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0c2b8d0ede4c59" /><Relationship Type="http://schemas.openxmlformats.org/officeDocument/2006/relationships/notesMaster" Target="/ppt/notesMasters/notesMaster1.xml" Id="Rfdd2f2039b4a47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9942b85b064098" /><Relationship Type="http://schemas.openxmlformats.org/officeDocument/2006/relationships/notesMaster" Target="/ppt/notesMasters/notesMaster1.xml" Id="R3d006ec675d14e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d56079400e4965" /><Relationship Type="http://schemas.openxmlformats.org/officeDocument/2006/relationships/notesMaster" Target="/ppt/notesMasters/notesMaster1.xml" Id="Ra971a6246d244a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48e33b92ef4f27" /><Relationship Type="http://schemas.openxmlformats.org/officeDocument/2006/relationships/notesMaster" Target="/ppt/notesMasters/notesMaster1.xml" Id="R5a1e5e26664c42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fcb87232f84c95" /><Relationship Type="http://schemas.openxmlformats.org/officeDocument/2006/relationships/notesMaster" Target="/ppt/notesMasters/notesMaster1.xml" Id="R6c54b380044b4e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3ae1f7bf0d4c90" /><Relationship Type="http://schemas.openxmlformats.org/officeDocument/2006/relationships/notesMaster" Target="/ppt/notesMasters/notesMaster1.xml" Id="R0a120beef73a43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8cc60c55ff4408" /><Relationship Type="http://schemas.openxmlformats.org/officeDocument/2006/relationships/notesMaster" Target="/ppt/notesMasters/notesMaster1.xml" Id="Re0bebba23ef545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8231fbed634048" /><Relationship Type="http://schemas.openxmlformats.org/officeDocument/2006/relationships/notesMaster" Target="/ppt/notesMasters/notesMaster1.xml" Id="R1658a4d6cc0640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98200792ad4bf4" /><Relationship Type="http://schemas.openxmlformats.org/officeDocument/2006/relationships/notesMaster" Target="/ppt/notesMasters/notesMaster1.xml" Id="R0939af2b45a04e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ac6194eefe42e0" /><Relationship Type="http://schemas.openxmlformats.org/officeDocument/2006/relationships/notesMaster" Target="/ppt/notesMasters/notesMaster1.xml" Id="R036f4b48ce6f42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9c3e05e4644c33" /><Relationship Type="http://schemas.openxmlformats.org/officeDocument/2006/relationships/notesMaster" Target="/ppt/notesMasters/notesMaster1.xml" Id="R75fc3065639242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b4be7bc58a4fc2" /><Relationship Type="http://schemas.openxmlformats.org/officeDocument/2006/relationships/notesMaster" Target="/ppt/notesMasters/notesMaster1.xml" Id="R98a18137d1c440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64f79073824543" /><Relationship Type="http://schemas.openxmlformats.org/officeDocument/2006/relationships/notesMaster" Target="/ppt/notesMasters/notesMaster1.xml" Id="Rd21f3a3a37c642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2f705078e642c4" /><Relationship Type="http://schemas.openxmlformats.org/officeDocument/2006/relationships/notesMaster" Target="/ppt/notesMasters/notesMaster1.xml" Id="Rb9886ceea1de4b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c3df8b215e41e9" /><Relationship Type="http://schemas.openxmlformats.org/officeDocument/2006/relationships/notesMaster" Target="/ppt/notesMasters/notesMaster1.xml" Id="R8f47b1a92aa34a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97b2a0a1219412b" /><Relationship Type="http://schemas.openxmlformats.org/officeDocument/2006/relationships/notesMaster" Target="/ppt/notesMasters/notesMaster1.xml" Id="Rd911b6f1c42a46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5578ca6e1549ed" /><Relationship Type="http://schemas.openxmlformats.org/officeDocument/2006/relationships/notesMaster" Target="/ppt/notesMasters/notesMaster1.xml" Id="R2c81dd7d9d474a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ad3a4a79e94c85" /><Relationship Type="http://schemas.openxmlformats.org/officeDocument/2006/relationships/notesMaster" Target="/ppt/notesMasters/notesMaster1.xml" Id="Raf641ce0daac42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607fcc20ab44b8d" /><Relationship Type="http://schemas.openxmlformats.org/officeDocument/2006/relationships/notesMaster" Target="/ppt/notesMasters/notesMaster1.xml" Id="R67c4571b32564c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98c9ed28f164148" /><Relationship Type="http://schemas.openxmlformats.org/officeDocument/2006/relationships/notesMaster" Target="/ppt/notesMasters/notesMaster1.xml" Id="R0436bfe90e4c40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5cc7eba6784e3c" /><Relationship Type="http://schemas.openxmlformats.org/officeDocument/2006/relationships/notesMaster" Target="/ppt/notesMasters/notesMaster1.xml" Id="Rd60a522c2f5547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cdb0055629340b9" /><Relationship Type="http://schemas.openxmlformats.org/officeDocument/2006/relationships/notesMaster" Target="/ppt/notesMasters/notesMaster1.xml" Id="R8bc35bcd20884b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aab1ea945744e3" /><Relationship Type="http://schemas.openxmlformats.org/officeDocument/2006/relationships/notesMaster" Target="/ppt/notesMasters/notesMaster1.xml" Id="Rf93a0e6dd63e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ec00268d74c44" /><Relationship Type="http://schemas.openxmlformats.org/officeDocument/2006/relationships/image" Target="/ppt/media/image4.png" Id="R77902e0f73c94b60" /><Relationship Type="http://schemas.openxmlformats.org/officeDocument/2006/relationships/image" Target="/ppt/media/image3.png" Id="Rb52ad7e8f14d440f" /><Relationship Type="http://schemas.openxmlformats.org/officeDocument/2006/relationships/image" Target="/ppt/media/image5.png" Id="R9e0c31aa0b694d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445a37f104bea" /><Relationship Type="http://schemas.openxmlformats.org/officeDocument/2006/relationships/image" Target="/ppt/media/image6.png" Id="R13fb0735d56b45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396e187f5419c" /><Relationship Type="http://schemas.openxmlformats.org/officeDocument/2006/relationships/image" Target="/ppt/media/image7.png" Id="Rc2d5b042d21542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2b4ecb984479e" /><Relationship Type="http://schemas.openxmlformats.org/officeDocument/2006/relationships/image" Target="/ppt/media/image7.png" Id="R30f32e65196b4e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6045fbcd34bb6" /><Relationship Type="http://schemas.openxmlformats.org/officeDocument/2006/relationships/image" Target="/ppt/media/image7.png" Id="R3920680c2f7145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ba7c22c7840f5" /><Relationship Type="http://schemas.openxmlformats.org/officeDocument/2006/relationships/image" Target="/ppt/media/image7.png" Id="R092d2e759db849c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a5df1c4484d4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de01f2096489b" /><Relationship Type="http://schemas.openxmlformats.org/officeDocument/2006/relationships/image" Target="/ppt/media/image4.png" Id="R1bf8f9c0a1604e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6b74eb30040f1" /><Relationship Type="http://schemas.openxmlformats.org/officeDocument/2006/relationships/image" Target="/ppt/media/image7.png" Id="Rbeb73cf4c3024364" /><Relationship Type="http://schemas.openxmlformats.org/officeDocument/2006/relationships/image" Target="/ppt/media/image8.png" Id="R3d5ce5e8c1414486" /><Relationship Type="http://schemas.openxmlformats.org/officeDocument/2006/relationships/image" Target="/ppt/media/image3.png" Id="Rc01ddd8f73ee4a3d" /></Relationships>
</file>

<file path=ppt/slideLayouts/slideLayout1.xml><?xml version="1.0" encoding="utf-8"?>
<p:sldLayout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162B93B-F3F1-49F7-BFB7-B03F37BDF4A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74557" y="2841830"/>
            <a:ext cx="6408712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  <a:latin typeface="RUB Scala MZ"/>
                <a:ea typeface="RUB Scala MZ"/>
                <a:cs typeface="RUB Scala MZ"/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Subtitle</a:t>
            </a:r>
            <a:r>
              <a:t> / </a:t>
            </a:r>
            <a:r>
              <a:t>Author</a:t>
            </a:r>
          </a:p>
        </p:txBody>
      </p:sp>
      <p:sp>
        <p:nvSpPr>
          <p:cNvPr id="23" name="Titel 22">
            <a:extLst xmlns:a="http://schemas.openxmlformats.org/drawingml/2006/main"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4556" y="1662477"/>
            <a:ext cx="6408711" cy="1168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4000" b="1" cap="all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Mastertitelformat bearbeiten</a:t>
            </a: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902e0f73c94b60"/>
          <a:srcRect xmlns:a="http://schemas.openxmlformats.org/drawingml/2006/main" l="0" t="0" r="28060" b="0"/>
          <a:stretch xmlns:a="http://schemas.openxmlformats.org/drawingml/2006/main"/>
        </p:blipFill>
        <p:spPr>
          <a:xfrm xmlns:a="http://schemas.openxmlformats.org/drawingml/2006/main">
            <a:off x="6876256" y="366333"/>
            <a:ext cx="2267744" cy="4554850"/>
          </a:xfrm>
          <a:prstGeom xmlns:a="http://schemas.openxmlformats.org/drawingml/2006/main" prst="rect">
            <a:avLst/>
          </a:prstGeom>
        </p:spPr>
      </p:pic>
      <p:pic>
        <p:nvPicPr>
          <p:cNvPr id="25" name="Grafik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ad7e8f14d44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57" y="4380649"/>
            <a:ext cx="1089286" cy="456175"/>
          </a:xfrm>
          <a:prstGeom xmlns:a="http://schemas.openxmlformats.org/drawingml/2006/main" prst="rect">
            <a:avLst/>
          </a:prstGeom>
        </p:spPr>
      </p:pic>
      <p:pic>
        <p:nvPicPr>
          <p:cNvPr id="26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c31aa0b694d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54521" y="4306028"/>
            <a:ext cx="1089287" cy="604355"/>
          </a:xfrm>
          <a:prstGeom xmlns:a="http://schemas.openxmlformats.org/drawingml/2006/main" prst="rect">
            <a:avLst/>
          </a:prstGeom>
        </p:spPr>
      </p:pic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C6FF916D-1E24-9147-B308-6EF1EA4407D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74556" y="1334851"/>
            <a:ext cx="3455988" cy="2841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Type </a:t>
            </a:r>
            <a:r>
              <a:t>of</a:t>
            </a:r>
            <a:r>
              <a:t> </a:t>
            </a:r>
            <a:r>
              <a:t>presentation</a:t>
            </a:r>
            <a:r>
              <a:t> / Place</a:t>
            </a:r>
          </a:p>
        </p:txBody>
      </p:sp>
      <p:sp>
        <p:nvSpPr>
          <p:cNvPr id="19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598C9846-10EA-584E-9393-A7E61E5FE5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74663" y="3147814"/>
            <a:ext cx="6408737" cy="324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b0735d56b455e">
            <a:alphaModFix amt="2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40469">
            <a:off x="823" y="703030"/>
            <a:ext cx="2123715" cy="2416642"/>
          </a:xfrm>
          <a:prstGeom xmlns:a="http://schemas.openxmlformats.org/drawingml/2006/main" prst="rect">
            <a:avLst/>
          </a:prstGeom>
        </p:spPr>
      </p:pic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D92C8D6-9752-4127-9D6B-D30F8C216AC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499992" y="503998"/>
            <a:ext cx="4320008" cy="3780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6126DC0A-0CAB-AB43-BA9F-FC6891F536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4000" y="1203598"/>
            <a:ext cx="1727720" cy="1512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d5b042d215424e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35AFD21E-93DF-EF44-A4EC-A8CC429A71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005358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1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474D2A3-CE0A-4E44-8F36-1E3F1FDB726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7632392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</a:t>
            </a:r>
            <a:r>
              <a:t>first</a:t>
            </a:r>
            <a:r>
              <a:t> </a:t>
            </a:r>
            <a:r>
              <a:t>level</a:t>
            </a:r>
          </a:p>
          <a:p xmlns:a="http://schemas.openxmlformats.org/drawingml/2006/main">
            <a:pPr>
              <a:buNone/>
            </a:pPr>
            <a:r>
              <a:t>Text</a:t>
            </a:r>
          </a:p>
          <a:p xmlns:a="http://schemas.openxmlformats.org/drawingml/2006/main">
            <a:pPr>
              <a:buNone/>
            </a:pPr>
            <a:r>
              <a:t>Bullet 1</a:t>
            </a:r>
          </a:p>
          <a:p xmlns:a="http://schemas.openxmlformats.org/drawingml/2006/main">
            <a:pPr>
              <a:buNone/>
            </a:pPr>
            <a:r>
              <a:t>Bullet 2</a:t>
            </a:r>
          </a:p>
          <a:p xmlns:a="http://schemas.openxmlformats.org/drawingml/2006/main">
            <a:pPr>
              <a:buNone/>
            </a:pPr>
            <a:r>
              <a:t>Bullet 3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f32e65196b4eb8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8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6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8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8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9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| </a:t>
            </a:r>
            <a:r>
              <a:t>Section</a:t>
            </a:r>
            <a:r>
              <a:t> </a:t>
            </a:r>
            <a:r>
              <a:t>headline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20680c2f7145eb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104000" y="954000"/>
            <a:ext cx="4536000" cy="30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1A8D6956-691E-E04E-8C15-E1B520BBF9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2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C0A025C-8C18-BDCA-6D1D-0392EE474B4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73706" y="884479"/>
            <a:ext cx="3594238" cy="32714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2d2e759db849cc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587C5EEB-0C9B-48D4-B68B-ED5DAA3A414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D8908C78-951A-4E37-A107-5E5D411A762E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4104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Chapter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0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Bildunterzeile // für weitere Ebenen (Text)  &gt;&gt; Menü &gt; Start &gt; Absatz &gt; Listenebene erhöhen 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Zweite Ebene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9144000" cy="51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Vollbild durch klicken einfügen.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pic>
        <p:nvPicPr>
          <p:cNvPr id="6" name="Grafik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f8f9c0a1604e2f">
            <a:alphaModFix amt="67000"/>
          </a:blip>
          <a:srcRect xmlns:a="http://schemas.openxmlformats.org/drawingml/2006/main" l="38349" t="-1686" r="-40434" b="1686"/>
          <a:stretch xmlns:a="http://schemas.openxmlformats.org/drawingml/2006/main"/>
        </p:blipFill>
        <p:spPr>
          <a:xfrm xmlns:a="http://schemas.openxmlformats.org/drawingml/2006/main">
            <a:off x="0" y="411510"/>
            <a:ext cx="2812691" cy="3981189"/>
          </a:xfrm>
          <a:prstGeom xmlns:a="http://schemas.openxmlformats.org/drawingml/2006/main" prst="rect">
            <a:avLst/>
          </a:prstGeom>
        </p:spPr>
      </p:pic>
      <p:sp>
        <p:nvSpPr>
          <p:cNvPr id="8" name="Titel 1">
            <a:extLst xmlns:a="http://schemas.openxmlformats.org/drawingml/2006/main">
              <a:ext uri="{FF2B5EF4-FFF2-40B4-BE49-F238E27FC236}">
                <a16:creationId xmlns:a16="http://schemas.microsoft.com/office/drawing/2014/main" id="{3B9F49EF-43AE-7A4F-B85A-0880A386201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9672" y="1744699"/>
            <a:ext cx="6892745" cy="16535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800" b="1" i="0">
                <a:solidFill>
                  <a:srgbClr val="1F3B51"/>
                </a:solidFill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r>
              <a:t>Thank you for your attention</a:t>
            </a:r>
          </a:p>
        </p:txBody>
      </p:sp>
      <p:sp>
        <p:nvSpPr>
          <p:cNvPr id="9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62B29B8-A8FA-1C45-AD65-779582E09F3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619672" y="1287000"/>
            <a:ext cx="689274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1800" b="0" i="0">
                <a:latin typeface="RubFlama"/>
                <a:ea typeface="RubFlama"/>
                <a:cs typeface="RubFlam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1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B6DFADE-29F8-914E-9FD9-E144A4C9CD1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619672" y="3483149"/>
            <a:ext cx="6892745" cy="31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2pPr marL="457200" indent="0" algn="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RUB Scala MZ"/>
                <a:ea typeface="RUB Scala MZ"/>
                <a:cs typeface="RUB Scala MZ"/>
              </a:defRPr>
            </a:lvl2pPr>
          </a:lstStyle>
          <a:p xmlns:a="http://schemas.openxmlformats.org/drawingml/2006/main">
            <a:pPr>
              <a:buNone/>
            </a:pPr>
            <a:r>
              <a:t>E-Mail - Autor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b73cf4c3024364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576A311-4F08-4AFB-9C38-5CA9C7524D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Tabellenplatzhalter 4">
            <a:extLst xmlns:a="http://schemas.openxmlformats.org/drawingml/2006/main"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xmlns:a="http://schemas.openxmlformats.org/drawingml/2006/main" noGrp="1"/>
          </p:cNvSpPr>
          <p:nvPr>
            <p:ph type="tbl" idx="13"/>
          </p:nvPr>
        </p:nvSpPr>
        <p:spPr>
          <a:xfrm xmlns:a="http://schemas.openxmlformats.org/drawingml/2006/main">
            <a:off x="468000" y="918000"/>
            <a:ext cx="8172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Tabelle durch Klicken auf Symbol hinzufügen</a:t>
            </a:r>
          </a:p>
        </p:txBody>
      </p:sp>
      <p:sp>
        <p:nvSpPr>
          <p:cNvPr id="16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84A0104B-AA90-4DE7-ADAE-6959FBC1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628800" y="1368000"/>
            <a:ext cx="2520800" cy="1527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Einfärbung einer Spalte/Zeile: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Entwurf / Tabellentools &gt; Schattierung &gt;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Die gewünschte Farbe aus den Designfarben auswählen</a:t>
            </a:r>
          </a:p>
        </p:txBody>
      </p:sp>
      <p:sp>
        <p:nvSpPr>
          <p:cNvPr id="10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431D1FFE-03BA-4520-A89B-CDD1BC7E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1" name="Hilfslinien">
            <a:extLst xmlns:a="http://schemas.openxmlformats.org/drawingml/2006/main">
              <a:ext uri="{FF2B5EF4-FFF2-40B4-BE49-F238E27FC236}">
                <a16:creationId xmlns:a16="http://schemas.microsoft.com/office/drawing/2014/main" id="{38EA8585-E11F-4D10-9DAB-78E6756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Löschen einer Spalte/Zeile: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 Layout &gt; Löschen &gt; Spalte bzw. Zeile löschen</a:t>
            </a:r>
          </a:p>
        </p:txBody>
      </p:sp>
      <p:sp>
        <p:nvSpPr>
          <p:cNvPr id="12" name="Fußzeile">
            <a:extLst xmlns:a="http://schemas.openxmlformats.org/drawingml/2006/main">
              <a:ext uri="{FF2B5EF4-FFF2-40B4-BE49-F238E27FC236}">
                <a16:creationId xmlns:a16="http://schemas.microsoft.com/office/drawing/2014/main" id="{4EFB3271-7B15-42ED-A704-B39FAEDC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13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6BCDAEA0-53BC-4E57-84CA-5C530F05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2952848" cy="104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einer Spalte/Zeile: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 neben der eine weitere eingefügt werden soll: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Layout &gt; Hier die gewünschte Einfügeoption auswählen</a:t>
            </a:r>
          </a:p>
        </p:txBody>
      </p:sp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098FEE7A-74D6-45A5-B581-B7E71AE3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Grafik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5ce5e8c1414486"/>
          <a:srcRect xmlns:a="http://schemas.openxmlformats.org/drawingml/2006/main" l="0" t="0" r="0" b="4513"/>
          <a:stretch xmlns:a="http://schemas.openxmlformats.org/drawingml/2006/main"/>
        </p:blipFill>
        <p:spPr>
          <a:xfrm xmlns:a="http://schemas.openxmlformats.org/drawingml/2006/main">
            <a:off x="9252000" y="3327773"/>
            <a:ext cx="2067213" cy="864158"/>
          </a:xfrm>
          <a:prstGeom xmlns:a="http://schemas.openxmlformats.org/drawingml/2006/main" prst="rect">
            <a:avLst/>
          </a:prstGeom>
        </p:spPr>
      </p:pic>
      <p:pic>
        <p:nvPicPr>
          <p:cNvPr id="23" name="Grafik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ddd8f73ee4a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df6201663ef49a8" /><Relationship Type="http://schemas.openxmlformats.org/officeDocument/2006/relationships/image" Target="/ppt/media/image2.png" Id="Rba3c7c1c941a49fe" /><Relationship Type="http://schemas.openxmlformats.org/officeDocument/2006/relationships/image" Target="/ppt/media/image3.png" Id="Rb4703f3c61b94ea9" /><Relationship Type="http://schemas.openxmlformats.org/officeDocument/2006/relationships/theme" Target="/ppt/slideMasters/theme/theme2.xml" Id="Rc75d18c13a504b71" /><Relationship Type="http://schemas.openxmlformats.org/officeDocument/2006/relationships/slideLayout" Target="/ppt/slideLayouts/slideLayout1.xml" Id="R3f5ddb37751a4232" /><Relationship Type="http://schemas.openxmlformats.org/officeDocument/2006/relationships/slideLayout" Target="/ppt/slideLayouts/slideLayout2.xml" Id="Rcc69600dab7149c5" /><Relationship Type="http://schemas.openxmlformats.org/officeDocument/2006/relationships/slideLayout" Target="/ppt/slideLayouts/slideLayout3.xml" Id="R801ec803a0144ece" /><Relationship Type="http://schemas.openxmlformats.org/officeDocument/2006/relationships/slideLayout" Target="/ppt/slideLayouts/slideLayout4.xml" Id="R2fcf738d98454e2c" /><Relationship Type="http://schemas.openxmlformats.org/officeDocument/2006/relationships/slideLayout" Target="/ppt/slideLayouts/slideLayout5.xml" Id="R498b083566624357" /><Relationship Type="http://schemas.openxmlformats.org/officeDocument/2006/relationships/slideLayout" Target="/ppt/slideLayouts/slideLayout6.xml" Id="Re947a98482874144" /><Relationship Type="http://schemas.openxmlformats.org/officeDocument/2006/relationships/slideLayout" Target="/ppt/slideLayouts/slideLayout7.xml" Id="R0fe22ddc94bd4913" /><Relationship Type="http://schemas.openxmlformats.org/officeDocument/2006/relationships/slideLayout" Target="/ppt/slideLayouts/slideLayout8.xml" Id="R430b6c12370c4d14" /><Relationship Type="http://schemas.openxmlformats.org/officeDocument/2006/relationships/slideLayout" Target="/ppt/slideLayouts/slideLayout9.xml" Id="R1623c8e9000046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F9F4F7C7-BE10-4E7D-8B23-2EFDC7141F8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0000" y="5524114"/>
            <a:ext cx="4284008" cy="1799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A1EEA1ED-5C51-4627-98EA-C41A0F5004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20000" y="4752000"/>
            <a:ext cx="6300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Titel | ggf. weitere Angaben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9CA03226-6650-4CAB-AD5B-9473B9BEE5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24000" y="4752000"/>
            <a:ext cx="252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2" name="Text // Listenebene erhöhen">
            <a:extLst xmlns:a="http://schemas.openxmlformats.org/drawingml/2006/main">
              <a:ext uri="{FF2B5EF4-FFF2-40B4-BE49-F238E27FC236}">
                <a16:creationId xmlns:a16="http://schemas.microsoft.com/office/drawing/2014/main" id="{B970B92B-B9AF-4A54-B656-7C99BD72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2787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erhöhen</a:t>
            </a:r>
          </a:p>
        </p:txBody>
      </p:sp>
      <p:sp>
        <p:nvSpPr>
          <p:cNvPr id="13" name="Text // Listenebene verringern">
            <a:extLst xmlns:a="http://schemas.openxmlformats.org/drawingml/2006/main">
              <a:ext uri="{FF2B5EF4-FFF2-40B4-BE49-F238E27FC236}">
                <a16:creationId xmlns:a16="http://schemas.microsoft.com/office/drawing/2014/main" id="{55B1E023-F83F-4080-8547-48B853CB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3291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verringern</a:t>
            </a:r>
          </a:p>
        </p:txBody>
      </p:sp>
      <p:sp>
        <p:nvSpPr>
          <p:cNvPr id="25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F34064DF-FB6B-4926-B967-F246EA96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088000" y="1368000"/>
            <a:ext cx="198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 erstellen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Wechseln Sie die Textebene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Absatz &gt; Listenebene erhöhen/verringern</a:t>
            </a:r>
          </a:p>
        </p:txBody>
      </p:sp>
      <p:pic>
        <p:nvPicPr>
          <p:cNvPr id="26" name="Bild // Listenebene verringer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6201663ef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3291874"/>
            <a:ext cx="855360" cy="396000"/>
          </a:xfrm>
          <a:prstGeom xmlns:a="http://schemas.openxmlformats.org/drawingml/2006/main" prst="rect">
            <a:avLst/>
          </a:prstGeom>
        </p:spPr>
      </p:pic>
      <p:pic>
        <p:nvPicPr>
          <p:cNvPr id="27" name="Bild // Listenebene erhöh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c7c1c941a49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2787874"/>
            <a:ext cx="855360" cy="396000"/>
          </a:xfrm>
          <a:prstGeom xmlns:a="http://schemas.openxmlformats.org/drawingml/2006/main" prst="rect">
            <a:avLst/>
          </a:prstGeom>
        </p:spPr>
      </p:pic>
      <p:sp>
        <p:nvSpPr>
          <p:cNvPr id="14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4BCA4F23-C8E6-4A08-A4E5-98B55DA2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5" name="Hilfslinien">
            <a:extLst xmlns:a="http://schemas.openxmlformats.org/drawingml/2006/main">
              <a:ext uri="{FF2B5EF4-FFF2-40B4-BE49-F238E27FC236}">
                <a16:creationId xmlns:a16="http://schemas.microsoft.com/office/drawing/2014/main" id="{1506FF5A-15CF-4584-919C-AEB1FCC3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Hilfslinien anzeigen über Menü: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Ansicht &gt; Anzeigen &gt; Haken bei Führungslinien setzen</a:t>
            </a:r>
          </a:p>
        </p:txBody>
      </p:sp>
      <p:sp>
        <p:nvSpPr>
          <p:cNvPr id="16" name="Fußzeile">
            <a:extLst xmlns:a="http://schemas.openxmlformats.org/drawingml/2006/main">
              <a:ext uri="{FF2B5EF4-FFF2-40B4-BE49-F238E27FC236}">
                <a16:creationId xmlns:a16="http://schemas.microsoft.com/office/drawing/2014/main" id="{436BEFAE-0DCC-442E-AE38-D82F0B70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30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A94C8A45-8379-4734-8F95-4F6F066A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 des Folienlayouts </a:t>
            </a:r>
            <a:br/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Layout</a:t>
            </a:r>
          </a:p>
        </p:txBody>
      </p:sp>
      <p:sp>
        <p:nvSpPr>
          <p:cNvPr id="17" name="Gerader Verbinder 16">
            <a:extLst xmlns:a="http://schemas.openxmlformats.org/drawingml/2006/main">
              <a:ext uri="{FF2B5EF4-FFF2-40B4-BE49-F238E27FC236}">
                <a16:creationId xmlns:a16="http://schemas.microsoft.com/office/drawing/2014/main" id="{C13F3A2C-A8B8-4DAC-AF36-266A796E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3" name="Grafik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03f3c61b94e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5ddb37751a4232"/>
    <p:sldLayoutId xmlns:r="http://schemas.openxmlformats.org/officeDocument/2006/relationships" id="2147483650" r:id="Rcc69600dab7149c5"/>
    <p:sldLayoutId xmlns:r="http://schemas.openxmlformats.org/officeDocument/2006/relationships" id="2147483651" r:id="R801ec803a0144ece"/>
    <p:sldLayoutId xmlns:r="http://schemas.openxmlformats.org/officeDocument/2006/relationships" id="2147483652" r:id="R2fcf738d98454e2c"/>
    <p:sldLayoutId xmlns:r="http://schemas.openxmlformats.org/officeDocument/2006/relationships" id="2147483653" r:id="R498b083566624357"/>
    <p:sldLayoutId xmlns:r="http://schemas.openxmlformats.org/officeDocument/2006/relationships" id="2147483654" r:id="Re947a98482874144"/>
    <p:sldLayoutId xmlns:r="http://schemas.openxmlformats.org/officeDocument/2006/relationships" id="2147483655" r:id="R0fe22ddc94bd4913"/>
    <p:sldLayoutId xmlns:r="http://schemas.openxmlformats.org/officeDocument/2006/relationships" id="2147483656" r:id="R430b6c12370c4d14"/>
    <p:sldLayoutId xmlns:r="http://schemas.openxmlformats.org/officeDocument/2006/relationships" id="2147483657" r:id="R1623c8e90000468c"/>
  </p:sldLayoutIdLst>
  <p:hf hdr="0" dt="0"/>
  <p:txStyles>
    <p:titleStyle>
      <a:lvl1pPr xmlns:a="http://schemas.openxmlformats.org/drawingml/2006/main" marL="0" indent="0" algn="l">
        <a:lnSpc>
          <a:spcPct val="100000"/>
        </a:lnSpc>
        <a:spcBef>
          <a:spcPts val="0"/>
        </a:spcBef>
        <a:buNone/>
        <a:defRPr sz="2700" b="1">
          <a:solidFill>
            <a:schemeClr val="tx2"/>
          </a:solidFill>
          <a:latin typeface="RubFlama"/>
          <a:ea typeface="RubFlama"/>
          <a:cs typeface="RubFlama"/>
        </a:defRPr>
      </a:lvl1pPr>
    </p:titleStyle>
    <p:bodyStyle>
      <a:lvl1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1200"/>
        </a:spcAft>
        <a:buNone/>
        <a:defRPr sz="1500" b="1">
          <a:solidFill>
            <a:schemeClr val="tx2"/>
          </a:solidFill>
          <a:latin typeface="RUB Scala MZ"/>
          <a:ea typeface="RUB Scala MZ"/>
          <a:cs typeface="RUB Scala MZ"/>
        </a:defRPr>
      </a:lvl1pPr>
      <a:lvl2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2pPr>
      <a:lvl3pPr xmlns:a="http://schemas.openxmlformats.org/drawingml/2006/main" marL="234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3pPr>
      <a:lvl4pPr xmlns:a="http://schemas.openxmlformats.org/drawingml/2006/main" marL="468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4pPr>
      <a:lvl5pPr xmlns:a="http://schemas.openxmlformats.org/drawingml/2006/main" marL="702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5pPr>
      <a:lvl6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6pPr>
      <a:lvl7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7pPr>
      <a:lvl8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8pPr>
      <a:lvl9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b8e608eb754eb7" /><Relationship Type="http://schemas.openxmlformats.org/officeDocument/2006/relationships/notesSlide" Target="/ppt/notesSlides/notesSlide1.xml" Id="R26de090420694a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f0e9fceb9a48cb" /><Relationship Type="http://schemas.openxmlformats.org/officeDocument/2006/relationships/notesSlide" Target="/ppt/notesSlides/notesSlide2.xml" Id="R2b703e9819334f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adc17878544fb1" /><Relationship Type="http://schemas.openxmlformats.org/officeDocument/2006/relationships/notesSlide" Target="/ppt/notesSlides/notesSlide3.xml" Id="Rbe13fd54049d4b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de9f9fc78b4802" /><Relationship Type="http://schemas.openxmlformats.org/officeDocument/2006/relationships/notesSlide" Target="/ppt/notesSlides/notesSlide4.xml" Id="R06f025855ba84c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38dfc8032845be" /><Relationship Type="http://schemas.openxmlformats.org/officeDocument/2006/relationships/notesSlide" Target="/ppt/notesSlides/notesSlide5.xml" Id="R2e00fe544f924e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b2e4e451a8432f" /><Relationship Type="http://schemas.openxmlformats.org/officeDocument/2006/relationships/notesSlide" Target="/ppt/notesSlides/notesSlide6.xml" Id="R4465d6177ba14b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287919ec964beb" /><Relationship Type="http://schemas.openxmlformats.org/officeDocument/2006/relationships/notesSlide" Target="/ppt/notesSlides/notesSlide7.xml" Id="R1aa8212fff8e4e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90fe2f21fa4562" /><Relationship Type="http://schemas.openxmlformats.org/officeDocument/2006/relationships/notesSlide" Target="/ppt/notesSlides/notesSlide8.xml" Id="Rcb22d43f416a42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cb443357574ea5" /><Relationship Type="http://schemas.openxmlformats.org/officeDocument/2006/relationships/notesSlide" Target="/ppt/notesSlides/notesSlide9.xml" Id="R17a06d11025142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5e64bcef1c4ba6" /><Relationship Type="http://schemas.openxmlformats.org/officeDocument/2006/relationships/notesSlide" Target="/ppt/notesSlides/notesSlide10.xml" Id="Rf9b06b9b398349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3ff5be7014a1d" /><Relationship Type="http://schemas.openxmlformats.org/officeDocument/2006/relationships/notesSlide" Target="/ppt/notesSlides/notesSlide11.xml" Id="R140f8d6cadb44a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50b74d6d37454f" /><Relationship Type="http://schemas.openxmlformats.org/officeDocument/2006/relationships/notesSlide" Target="/ppt/notesSlides/notesSlide12.xml" Id="R0f66a553e0f248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5483f225f24731" /><Relationship Type="http://schemas.openxmlformats.org/officeDocument/2006/relationships/notesSlide" Target="/ppt/notesSlides/notesSlide13.xml" Id="R831aeb79a7df46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10fd6e4e964555" /><Relationship Type="http://schemas.openxmlformats.org/officeDocument/2006/relationships/notesSlide" Target="/ppt/notesSlides/notesSlide14.xml" Id="Reb5ad4fd4dbb4b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f07a9229814bf5" /><Relationship Type="http://schemas.openxmlformats.org/officeDocument/2006/relationships/notesSlide" Target="/ppt/notesSlides/notesSlide15.xml" Id="Ra0ba31a78cbf47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be85f01f4541ff" /><Relationship Type="http://schemas.openxmlformats.org/officeDocument/2006/relationships/notesSlide" Target="/ppt/notesSlides/notesSlide16.xml" Id="Rc78feb516c4247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ecc2cf42c34be8" /><Relationship Type="http://schemas.openxmlformats.org/officeDocument/2006/relationships/notesSlide" Target="/ppt/notesSlides/notesSlide17.xml" Id="R6a9a2eee36764b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fddfede7d14c65" /><Relationship Type="http://schemas.openxmlformats.org/officeDocument/2006/relationships/notesSlide" Target="/ppt/notesSlides/notesSlide18.xml" Id="R77954d95aa6747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1f38d500e64bd1" /><Relationship Type="http://schemas.openxmlformats.org/officeDocument/2006/relationships/notesSlide" Target="/ppt/notesSlides/notesSlide19.xml" Id="Ra3b95a1ee3d448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ac18b794ad430b" /><Relationship Type="http://schemas.openxmlformats.org/officeDocument/2006/relationships/notesSlide" Target="/ppt/notesSlides/notesSlide20.xml" Id="R66e8261aae7248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c1f7df694f466f" /><Relationship Type="http://schemas.openxmlformats.org/officeDocument/2006/relationships/notesSlide" Target="/ppt/notesSlides/notesSlide21.xml" Id="R789a1b443e124a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0c0928d5a64527" /><Relationship Type="http://schemas.openxmlformats.org/officeDocument/2006/relationships/notesSlide" Target="/ppt/notesSlides/notesSlide22.xml" Id="R36926d4a78e0412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1f79bad0de4751" /><Relationship Type="http://schemas.openxmlformats.org/officeDocument/2006/relationships/notesSlide" Target="/ppt/notesSlides/notesSlide23.xml" Id="R14095ae3ac524c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e3a85254b84f8d" /><Relationship Type="http://schemas.openxmlformats.org/officeDocument/2006/relationships/notesSlide" Target="/ppt/notesSlides/notesSlide24.xml" Id="Rc2b62a3bc0c64a7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ec14605d114531" /><Relationship Type="http://schemas.openxmlformats.org/officeDocument/2006/relationships/notesSlide" Target="/ppt/notesSlides/notesSlide25.xml" Id="R6f003955afe04f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75008dd42f42b9" /><Relationship Type="http://schemas.openxmlformats.org/officeDocument/2006/relationships/notesSlide" Target="/ppt/notesSlides/notesSlide26.xml" Id="R9abc1d1cef6846e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2e2bf619614bef" /><Relationship Type="http://schemas.openxmlformats.org/officeDocument/2006/relationships/notesSlide" Target="/ppt/notesSlides/notesSlide27.xml" Id="Re45577bb4b1f45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1AB692A8-9829-1A47-BB20-8674D2055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DB19E2AD-48B3-F94D-8156-2F91315C5E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46EDA16-4480-634F-A0F7-B452520D5C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ADFF6062-5FBD-A146-B19F-0E3655D73A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6</a:t>
            </a:fld>
            <a:fld id="{D6C92596-E737-FF90-EBB5-6AFD01EC4D29}" type="slidenum">
              <a:t> </a:t>
            </a:fld>
          </a:p>
        </p:txBody>
      </p:sp>
      <p:sp>
        <p:nvSpPr>
          <p:cNvPr id="6" name="Bildplatzhalter 5">
            <a:extLst xmlns:a="http://schemas.openxmlformats.org/drawingml/2006/main">
              <a:ext uri="{FF2B5EF4-FFF2-40B4-BE49-F238E27FC236}">
                <a16:creationId xmlns:a16="http://schemas.microsoft.com/office/drawing/2014/main" id="{F1BDCF1C-3EDD-0D40-BCD8-C4B2FD8F3585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/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01406ADE-D5A9-4B4A-B554-E867D1180353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8108545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ußzeilenplatzhalter 1">
            <a:extLst xmlns:a="http://schemas.openxmlformats.org/drawingml/2006/main"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3</a:t>
            </a:fld>
            <a:fld id="{D6C92596-E737-FF90-EBB5-6AFD01EC4D29}" type="slidenum">
              <a:t> </a:t>
            </a:fld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Inhaltsplatzhalter 4">
            <a:extLst xmlns:a="http://schemas.openxmlformats.org/drawingml/2006/main">
              <a:ext uri="{FF2B5EF4-FFF2-40B4-BE49-F238E27FC236}">
                <a16:creationId xmlns:a16="http://schemas.microsoft.com/office/drawing/2014/main" id="{90078D88-0589-DF4D-A8DC-037AFC129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2026-06-12T20:56:56.9490000Z</dcterms:created>
  <dcterms:modified xsi:type="dcterms:W3CDTF">2026-06-12T20:56:56.9490000Z</dcterms:modified>
</coreProperties>
</file>