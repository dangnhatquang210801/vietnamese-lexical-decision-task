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51840a6a646f5" /><Relationship Type="http://schemas.openxmlformats.org/officeDocument/2006/relationships/extended-properties" Target="/docProps/app.xml" Id="R2d141ce132684a72" /><Relationship Type="http://schemas.openxmlformats.org/officeDocument/2006/relationships/officeDocument" Target="/ppt/presentation.xml" Id="Rc6bd86cb94e1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7f205d91e49af"/>
  </p:sldMasterIdLst>
  <p:notesMasterIdLst>
    <p:notesMasterId xmlns:r="http://schemas.openxmlformats.org/officeDocument/2006/relationships" r:id="Rb72dd667ff364823"/>
  </p:notesMasterIdLst>
  <p:sldIdLst>
    <p:sldId xmlns:r="http://schemas.openxmlformats.org/officeDocument/2006/relationships" id="256" r:id="Re455c7d443ca4c3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9b93a63f49467f" /><Relationship Type="http://schemas.openxmlformats.org/officeDocument/2006/relationships/slideMaster" Target="/ppt/slideMasters/slideMaster1.xml" Id="R9747f205d91e49af" /><Relationship Type="http://schemas.openxmlformats.org/officeDocument/2006/relationships/notesMaster" Target="/ppt/notesMasters/notesMaster1.xml" Id="Rb72dd667ff364823" /><Relationship Type="http://schemas.openxmlformats.org/officeDocument/2006/relationships/presProps" Target="/ppt/presProps.xml" Id="R879f4f368f814f40" /><Relationship Type="http://schemas.openxmlformats.org/officeDocument/2006/relationships/viewProps" Target="/ppt/viewProps.xml" Id="R619763fce6ee4c36" /><Relationship Type="http://schemas.openxmlformats.org/officeDocument/2006/relationships/tableStyles" Target="/ppt/tableStyles.xml" Id="R540b149ff5e841a9" /><Relationship Type="http://schemas.openxmlformats.org/officeDocument/2006/relationships/slide" Target="/ppt/slides/slide1.xml" Id="Re455c7d443ca4c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579a3828c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27b103fa143e5" /><Relationship Type="http://schemas.openxmlformats.org/officeDocument/2006/relationships/notesMaster" Target="/ppt/notesMasters/notesMaster1.xml" Id="R2a48c85628f1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speaker note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c497de20440f2" /><Relationship Type="http://schemas.openxmlformats.org/officeDocument/2006/relationships/image" Target="/ppt/media/image4.png" Id="Rc2c6418f243e4a7c" /><Relationship Type="http://schemas.openxmlformats.org/officeDocument/2006/relationships/image" Target="/ppt/media/image3.png" Id="Re5222cd7fa544cb7" /><Relationship Type="http://schemas.openxmlformats.org/officeDocument/2006/relationships/image" Target="/ppt/media/image5.png" Id="R689676ab1d214b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cbbdf464f44e0" /><Relationship Type="http://schemas.openxmlformats.org/officeDocument/2006/relationships/image" Target="/ppt/media/image6.png" Id="R1b9694fff86541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9ef34ebe24edd" /><Relationship Type="http://schemas.openxmlformats.org/officeDocument/2006/relationships/image" Target="/ppt/media/image7.png" Id="R3f1e342c92c544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17d1168644834" /><Relationship Type="http://schemas.openxmlformats.org/officeDocument/2006/relationships/image" Target="/ppt/media/image7.png" Id="Rcc2e4beac4f242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f9016a07d481b" /><Relationship Type="http://schemas.openxmlformats.org/officeDocument/2006/relationships/image" Target="/ppt/media/image7.png" Id="Rd8bf1448dbe445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e49fce9d447f1" /><Relationship Type="http://schemas.openxmlformats.org/officeDocument/2006/relationships/image" Target="/ppt/media/image7.png" Id="Rf10348fe844d47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581b5eb8a40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f7bd3d2b640d9" /><Relationship Type="http://schemas.openxmlformats.org/officeDocument/2006/relationships/image" Target="/ppt/media/image4.png" Id="Ra9c6e5be0b424c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0084f98a2450e" /><Relationship Type="http://schemas.openxmlformats.org/officeDocument/2006/relationships/image" Target="/ppt/media/image7.png" Id="R6a89642ade40445e" /><Relationship Type="http://schemas.openxmlformats.org/officeDocument/2006/relationships/image" Target="/ppt/media/image8.png" Id="R693ef0d9d30d4602" /><Relationship Type="http://schemas.openxmlformats.org/officeDocument/2006/relationships/image" Target="/ppt/media/image3.png" Id="R04c03062a4904d98" /></Relationships>
</file>

<file path=ppt/slideLayouts/slideLayout1.xml><?xml version="1.0" encoding="utf-8"?>
<p:sldLayout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280B5E8-DCDD-4EC6-807B-ADC3B510E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74557" y="2841830"/>
            <a:ext cx="6408712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Subtitle</a:t>
            </a:r>
            <a:r>
              <a:t> / </a:t>
            </a:r>
            <a:r>
              <a:t>Author</a:t>
            </a:r>
          </a:p>
        </p:txBody>
      </p:sp>
      <p:sp>
        <p:nvSpPr>
          <p:cNvPr id="23" name="Titel 22">
            <a:extLst xmlns:a="http://schemas.openxmlformats.org/drawingml/2006/main"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4556" y="1662477"/>
            <a:ext cx="6408711" cy="1168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c6418f243e4a7c"/>
          <a:srcRect xmlns:a="http://schemas.openxmlformats.org/drawingml/2006/main" l="0" t="0" r="28060" b="0"/>
          <a:stretch xmlns:a="http://schemas.openxmlformats.org/drawingml/2006/main"/>
        </p:blipFill>
        <p:spPr>
          <a:xfrm xmlns:a="http://schemas.openxmlformats.org/drawingml/2006/main">
            <a:off x="6876256" y="366333"/>
            <a:ext cx="2267744" cy="4554850"/>
          </a:xfrm>
          <a:prstGeom xmlns:a="http://schemas.openxmlformats.org/drawingml/2006/main" prst="rect">
            <a:avLst/>
          </a:prstGeom>
        </p:spPr>
      </p:pic>
      <p:pic>
        <p:nvPicPr>
          <p:cNvPr id="2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22cd7fa54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57" y="4380649"/>
            <a:ext cx="1089286" cy="456175"/>
          </a:xfrm>
          <a:prstGeom xmlns:a="http://schemas.openxmlformats.org/drawingml/2006/main" prst="rect">
            <a:avLst/>
          </a:prstGeom>
        </p:spPr>
      </p:pic>
      <p:pic>
        <p:nvPicPr>
          <p:cNvPr id="2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676ab1d21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4521" y="4306028"/>
            <a:ext cx="1089287" cy="604355"/>
          </a:xfrm>
          <a:prstGeom xmlns:a="http://schemas.openxmlformats.org/drawingml/2006/main" prst="rect">
            <a:avLst/>
          </a:prstGeom>
        </p:spPr>
      </p:pic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4556" y="1334851"/>
            <a:ext cx="3455988" cy="284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Type </a:t>
            </a:r>
            <a:r>
              <a:t>of</a:t>
            </a:r>
            <a:r>
              <a:t> </a:t>
            </a:r>
            <a:r>
              <a:t>presentation</a:t>
            </a:r>
            <a:r>
              <a:t> / Place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74663" y="3147814"/>
            <a:ext cx="6408737" cy="324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94fff865411e">
            <a:alphaModFix amt="2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40469">
            <a:off x="823" y="703030"/>
            <a:ext cx="2123715" cy="2416642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4B7CDF4E-0183-496E-8B8B-5A00CED1FFF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499992" y="503998"/>
            <a:ext cx="4320008" cy="378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4000" y="1203598"/>
            <a:ext cx="1727720" cy="1512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1e342c92c544c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005358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7632392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</a:t>
            </a:r>
            <a:r>
              <a:t>first</a:t>
            </a:r>
            <a:r>
              <a:t> </a:t>
            </a:r>
            <a:r>
              <a:t>level</a:t>
            </a:r>
          </a:p>
          <a:p xmlns:a="http://schemas.openxmlformats.org/drawingml/2006/main">
            <a:pPr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  <a:r>
              <a:t>Bullet 1</a:t>
            </a:r>
          </a:p>
          <a:p xmlns:a="http://schemas.openxmlformats.org/drawingml/2006/main">
            <a:pPr>
              <a:buNone/>
            </a:pPr>
            <a:r>
              <a:t>Bullet 2</a:t>
            </a:r>
          </a:p>
          <a:p xmlns:a="http://schemas.openxmlformats.org/drawingml/2006/main">
            <a:pPr>
              <a:buNone/>
            </a:pPr>
            <a:r>
              <a:t>Bullet 3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2e4beac4f2420e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8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8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9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| </a:t>
            </a:r>
            <a:r>
              <a:t>Section</a:t>
            </a:r>
            <a:r>
              <a:t> </a:t>
            </a:r>
            <a:r>
              <a:t>headline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bf1448dbe44522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104000" y="954000"/>
            <a:ext cx="4536000" cy="30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73706" y="884479"/>
            <a:ext cx="3594238" cy="327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0348fe844d477c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1532CA5F-33E0-45A7-829A-57CB26D29E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8E5860DD-5B50-41DD-A1D2-F8AAE7CF03F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4104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Chapter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Bildunterzeile // für weitere Ebenen (Text)  &gt;&gt; Menü &gt; Start &gt; Absatz &gt; Listenebene erhöhen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Zweite Ebene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Vollbild durch klicken einfügen.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pic>
        <p:nvPicPr>
          <p:cNvPr id="6" name="Grafik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c6e5be0b424c04">
            <a:alphaModFix amt="67000"/>
          </a:blip>
          <a:srcRect xmlns:a="http://schemas.openxmlformats.org/drawingml/2006/main" l="38349" t="-1686" r="-40434" b="1686"/>
          <a:stretch xmlns:a="http://schemas.openxmlformats.org/drawingml/2006/main"/>
        </p:blipFill>
        <p:spPr>
          <a:xfrm xmlns:a="http://schemas.openxmlformats.org/drawingml/2006/main">
            <a:off x="0" y="411510"/>
            <a:ext cx="2812691" cy="3981189"/>
          </a:xfrm>
          <a:prstGeom xmlns:a="http://schemas.openxmlformats.org/drawingml/2006/main" prst="rect">
            <a:avLst/>
          </a:prstGeom>
        </p:spPr>
      </p:pic>
      <p:sp>
        <p:nvSpPr>
          <p:cNvPr id="8" name="Titel 1">
            <a:extLst xmlns:a="http://schemas.openxmlformats.org/drawingml/2006/main"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9672" y="1744699"/>
            <a:ext cx="6892745" cy="1653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r>
              <a:t>Thank you for your attention</a:t>
            </a:r>
          </a:p>
        </p:txBody>
      </p:sp>
      <p:sp>
        <p:nvSpPr>
          <p:cNvPr id="9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619672" y="1287000"/>
            <a:ext cx="68927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19672" y="3483149"/>
            <a:ext cx="6892745" cy="31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 xmlns:a="http://schemas.openxmlformats.org/drawingml/2006/main">
            <a:pPr>
              <a:buNone/>
            </a:pPr>
            <a:r>
              <a:t>E-Mail - Autor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89642ade40445e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5F67924-65ED-4A30-85A1-2F12F9F4A4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Tabellenplatzhalter 4">
            <a:extLst xmlns:a="http://schemas.openxmlformats.org/drawingml/2006/main"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468000" y="918000"/>
            <a:ext cx="8172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Tabelle durch Klicken auf Symbol hinzufügen</a:t>
            </a:r>
          </a:p>
        </p:txBody>
      </p:sp>
      <p:sp>
        <p:nvSpPr>
          <p:cNvPr id="16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628800" y="1368000"/>
            <a:ext cx="2520800" cy="152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0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31D1FFE-03BA-4520-A89B-CDD1BC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1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2" name="Fußzeile">
            <a:extLst xmlns:a="http://schemas.openxmlformats.org/drawingml/2006/main">
              <a:ext uri="{FF2B5EF4-FFF2-40B4-BE49-F238E27FC236}">
                <a16:creationId xmlns:a16="http://schemas.microsoft.com/office/drawing/2014/main" id="{4EFB3271-7B15-42ED-A704-B39FAED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13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2952848" cy="104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F1E0E422-35E4-4302-9FF8-49B83E2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fi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3ef0d9d30d4602"/>
          <a:srcRect xmlns:a="http://schemas.openxmlformats.org/drawingml/2006/main" l="0" t="0" r="0" b="4513"/>
          <a:stretch xmlns:a="http://schemas.openxmlformats.org/drawingml/2006/main"/>
        </p:blipFill>
        <p:spPr>
          <a:xfrm xmlns:a="http://schemas.openxmlformats.org/drawingml/2006/main">
            <a:off x="9252000" y="3327773"/>
            <a:ext cx="2067213" cy="864158"/>
          </a:xfrm>
          <a:prstGeom xmlns:a="http://schemas.openxmlformats.org/drawingml/2006/main" prst="rect">
            <a:avLst/>
          </a:prstGeom>
        </p:spPr>
      </p:pic>
      <p:pic>
        <p:nvPicPr>
          <p:cNvPr id="23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03062a490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ed196ddf39d4187" /><Relationship Type="http://schemas.openxmlformats.org/officeDocument/2006/relationships/image" Target="/ppt/media/image2.png" Id="Rdef18b176d6b4dd6" /><Relationship Type="http://schemas.openxmlformats.org/officeDocument/2006/relationships/image" Target="/ppt/media/image3.png" Id="R4b99865641d546b9" /><Relationship Type="http://schemas.openxmlformats.org/officeDocument/2006/relationships/theme" Target="/ppt/slideMasters/theme/theme2.xml" Id="Rc53f20be51604f57" /><Relationship Type="http://schemas.openxmlformats.org/officeDocument/2006/relationships/slideLayout" Target="/ppt/slideLayouts/slideLayout1.xml" Id="R5b9b9206b2f04001" /><Relationship Type="http://schemas.openxmlformats.org/officeDocument/2006/relationships/slideLayout" Target="/ppt/slideLayouts/slideLayout2.xml" Id="R64ee47d859934af2" /><Relationship Type="http://schemas.openxmlformats.org/officeDocument/2006/relationships/slideLayout" Target="/ppt/slideLayouts/slideLayout3.xml" Id="R222374ea1aa1403c" /><Relationship Type="http://schemas.openxmlformats.org/officeDocument/2006/relationships/slideLayout" Target="/ppt/slideLayouts/slideLayout4.xml" Id="R386515346ef741e6" /><Relationship Type="http://schemas.openxmlformats.org/officeDocument/2006/relationships/slideLayout" Target="/ppt/slideLayouts/slideLayout5.xml" Id="R76ba0ad5fdd740be" /><Relationship Type="http://schemas.openxmlformats.org/officeDocument/2006/relationships/slideLayout" Target="/ppt/slideLayouts/slideLayout6.xml" Id="Rf7bd9ab078534747" /><Relationship Type="http://schemas.openxmlformats.org/officeDocument/2006/relationships/slideLayout" Target="/ppt/slideLayouts/slideLayout7.xml" Id="R0c898b86bb9e470d" /><Relationship Type="http://schemas.openxmlformats.org/officeDocument/2006/relationships/slideLayout" Target="/ppt/slideLayouts/slideLayout8.xml" Id="Rb202c23a72bc4fee" /><Relationship Type="http://schemas.openxmlformats.org/officeDocument/2006/relationships/slideLayout" Target="/ppt/slideLayouts/slideLayout9.xml" Id="Rd121bd4c70df47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1F49057-41F7-497D-8F46-9E8D8210BC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000" y="5524114"/>
            <a:ext cx="4284008" cy="179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09FB72DF-3510-4C39-8E0C-B61023240F9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20000" y="4752000"/>
            <a:ext cx="630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Titel | ggf. weitere Angaben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385C0A6B-10D3-4A93-B471-56FA47F7D6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24000" y="4752000"/>
            <a:ext cx="252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2" name="Text // Listenebene erhöhen">
            <a:extLst xmlns:a="http://schemas.openxmlformats.org/drawingml/2006/main">
              <a:ext uri="{FF2B5EF4-FFF2-40B4-BE49-F238E27FC236}">
                <a16:creationId xmlns:a16="http://schemas.microsoft.com/office/drawing/2014/main" id="{26B8E084-CD39-4C49-AC77-7D23526E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2787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erhöhen</a:t>
            </a:r>
          </a:p>
        </p:txBody>
      </p:sp>
      <p:sp>
        <p:nvSpPr>
          <p:cNvPr id="13" name="Text // Listenebene verringern">
            <a:extLst xmlns:a="http://schemas.openxmlformats.org/drawingml/2006/main">
              <a:ext uri="{FF2B5EF4-FFF2-40B4-BE49-F238E27FC236}">
                <a16:creationId xmlns:a16="http://schemas.microsoft.com/office/drawing/2014/main" id="{41B65539-F28C-4885-BA3E-765ABCAF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3291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verringern</a:t>
            </a:r>
          </a:p>
        </p:txBody>
      </p:sp>
      <p:sp>
        <p:nvSpPr>
          <p:cNvPr id="25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4D6CE09D-98F2-47D4-BD61-D502815E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088000" y="1368000"/>
            <a:ext cx="19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 erstellen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Wechseln Sie die Textebene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Absatz &gt; Listenebene erhöhen/verringern</a:t>
            </a:r>
          </a:p>
        </p:txBody>
      </p:sp>
      <p:pic>
        <p:nvPicPr>
          <p:cNvPr id="26" name="Bild // Listenebene verringe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196ddf39d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3291874"/>
            <a:ext cx="855360" cy="396000"/>
          </a:xfrm>
          <a:prstGeom xmlns:a="http://schemas.openxmlformats.org/drawingml/2006/main" prst="rect">
            <a:avLst/>
          </a:prstGeom>
        </p:spPr>
      </p:pic>
      <p:pic>
        <p:nvPicPr>
          <p:cNvPr id="27" name="Bild // Listenebene erhöh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18b176d6b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2787874"/>
            <a:ext cx="855360" cy="396000"/>
          </a:xfrm>
          <a:prstGeom xmlns:a="http://schemas.openxmlformats.org/drawingml/2006/main" prst="rect">
            <a:avLst/>
          </a:prstGeom>
        </p:spPr>
      </p:pic>
      <p:sp>
        <p:nvSpPr>
          <p:cNvPr id="14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A5DB5796-3DD0-4665-9716-3C9D71E7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5" name="Hilfslinien">
            <a:extLst xmlns:a="http://schemas.openxmlformats.org/drawingml/2006/main">
              <a:ext uri="{FF2B5EF4-FFF2-40B4-BE49-F238E27FC236}">
                <a16:creationId xmlns:a16="http://schemas.microsoft.com/office/drawing/2014/main" id="{D9F7B102-A208-4FDF-A040-738D67B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Hilfslinien anzeigen über Menü: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Ansicht &gt; Anzeigen &gt; Haken bei Führungslinien setzen</a:t>
            </a:r>
          </a:p>
        </p:txBody>
      </p:sp>
      <p:sp>
        <p:nvSpPr>
          <p:cNvPr id="16" name="Fußzeile">
            <a:extLst xmlns:a="http://schemas.openxmlformats.org/drawingml/2006/main">
              <a:ext uri="{FF2B5EF4-FFF2-40B4-BE49-F238E27FC236}">
                <a16:creationId xmlns:a16="http://schemas.microsoft.com/office/drawing/2014/main" id="{44A4DFB9-8FC6-4174-B7AF-0B7623B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30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5735BADE-4DE9-4884-A7B7-2178F58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 des Folienlayouts </a:t>
            </a:r>
            <a:br/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Layout</a:t>
            </a:r>
          </a:p>
        </p:txBody>
      </p:sp>
      <p:sp>
        <p:nvSpPr>
          <p:cNvPr id="17" name="Gerader Verbinder 16">
            <a:extLst xmlns:a="http://schemas.openxmlformats.org/drawingml/2006/main">
              <a:ext uri="{FF2B5EF4-FFF2-40B4-BE49-F238E27FC236}">
                <a16:creationId xmlns:a16="http://schemas.microsoft.com/office/drawing/2014/main" id="{4C331FE7-E0F0-4064-A7D8-C4B6734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3" name="Grafik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9865641d546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b9206b2f04001"/>
    <p:sldLayoutId xmlns:r="http://schemas.openxmlformats.org/officeDocument/2006/relationships" id="2147483650" r:id="R64ee47d859934af2"/>
    <p:sldLayoutId xmlns:r="http://schemas.openxmlformats.org/officeDocument/2006/relationships" id="2147483651" r:id="R222374ea1aa1403c"/>
    <p:sldLayoutId xmlns:r="http://schemas.openxmlformats.org/officeDocument/2006/relationships" id="2147483652" r:id="R386515346ef741e6"/>
    <p:sldLayoutId xmlns:r="http://schemas.openxmlformats.org/officeDocument/2006/relationships" id="2147483653" r:id="R76ba0ad5fdd740be"/>
    <p:sldLayoutId xmlns:r="http://schemas.openxmlformats.org/officeDocument/2006/relationships" id="2147483654" r:id="Rf7bd9ab078534747"/>
    <p:sldLayoutId xmlns:r="http://schemas.openxmlformats.org/officeDocument/2006/relationships" id="2147483655" r:id="R0c898b86bb9e470d"/>
    <p:sldLayoutId xmlns:r="http://schemas.openxmlformats.org/officeDocument/2006/relationships" id="2147483656" r:id="Rb202c23a72bc4fee"/>
    <p:sldLayoutId xmlns:r="http://schemas.openxmlformats.org/officeDocument/2006/relationships" id="2147483657" r:id="Rd121bd4c70df47df"/>
  </p:sldLayoutIdLst>
  <p:hf hdr="0" dt="0"/>
  <p:txStyles>
    <p:titleStyle>
      <a:lvl1pPr xmlns:a="http://schemas.openxmlformats.org/drawingml/2006/main"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xmlns:a="http://schemas.openxmlformats.org/drawingml/2006/main"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xmlns:a="http://schemas.openxmlformats.org/drawingml/2006/main"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xmlns:a="http://schemas.openxmlformats.org/drawingml/2006/main"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42ab9a2948e6" /><Relationship Type="http://schemas.openxmlformats.org/officeDocument/2006/relationships/notesSlide" Target="/ppt/notesSlides/notesSlide1.xml" Id="R46a35cd89c2046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A1AB6-E06A-4825-9162-56F9088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4762500" cy="1143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003A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Hello artifact-tool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B2D1-7A43-42D0-922B-4719908C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762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8DB600"/>
            </a:solidFill>
          </a:ln>
        </p:spPr>
      </p:sp>
    </p:spTree>
    <p:extLst>
      <p:ext uri="{BB962C8B-B14F-4D97-AF65-F5344CB8AC3E}">
        <p14:creationId xmlns:p14="http://schemas.microsoft.com/office/powerpoint/2010/main" val="2743980225"/>
      </p:ext>
    </p:extLst>
  </p:cSld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2026-06-12T20:29:14.5940000Z</dcterms:created>
  <dcterms:modified xsi:type="dcterms:W3CDTF">2026-06-12T20:29:14.5940000Z</dcterms:modified>
</coreProperties>
</file>