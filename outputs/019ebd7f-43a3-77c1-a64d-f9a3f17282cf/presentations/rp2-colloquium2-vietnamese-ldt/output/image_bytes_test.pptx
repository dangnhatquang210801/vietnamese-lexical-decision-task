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d08ac92f664a46" /><Relationship Type="http://schemas.openxmlformats.org/officeDocument/2006/relationships/extended-properties" Target="/docProps/app.xml" Id="R361deaf8142d44a9" /><Relationship Type="http://schemas.openxmlformats.org/officeDocument/2006/relationships/officeDocument" Target="/ppt/presentation.xml" Id="R24b34895d55a41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35c96e31a64435"/>
  </p:sldMasterIdLst>
  <p:notesMasterIdLst>
    <p:notesMasterId xmlns:r="http://schemas.openxmlformats.org/officeDocument/2006/relationships" r:id="Ra5f0b78528654138"/>
  </p:notesMasterIdLst>
  <p:sldIdLst>
    <p:sldId xmlns:r="http://schemas.openxmlformats.org/officeDocument/2006/relationships" id="256" r:id="Rae2eb06ff12b46db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58a502fca74d89" /><Relationship Type="http://schemas.openxmlformats.org/officeDocument/2006/relationships/slideMaster" Target="/ppt/slideMasters/slideMaster1.xml" Id="R6435c96e31a64435" /><Relationship Type="http://schemas.openxmlformats.org/officeDocument/2006/relationships/notesMaster" Target="/ppt/notesMasters/notesMaster1.xml" Id="Ra5f0b78528654138" /><Relationship Type="http://schemas.openxmlformats.org/officeDocument/2006/relationships/presProps" Target="/ppt/presProps.xml" Id="R77e567ffc5344843" /><Relationship Type="http://schemas.openxmlformats.org/officeDocument/2006/relationships/viewProps" Target="/ppt/viewProps.xml" Id="R9e4642320de941ac" /><Relationship Type="http://schemas.openxmlformats.org/officeDocument/2006/relationships/tableStyles" Target="/ppt/tableStyles.xml" Id="Rc93a99228d474b96" /><Relationship Type="http://schemas.openxmlformats.org/officeDocument/2006/relationships/slide" Target="/ppt/slides/slide1.xml" Id="Rae2eb06ff12b46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db42666fd249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PowerPoint Master RUB">
  <a:themeElements>
    <a:clrScheme name="RUB">
      <a:dk1>
        <a:sysClr val="windowText" lastClr="000000"/>
      </a:dk1>
      <a:lt1>
        <a:sysClr val="window" lastClr="FFFFFF"/>
      </a:lt1>
      <a:dk2>
        <a:srgbClr val="003560"/>
      </a:dk2>
      <a:lt2>
        <a:srgbClr val="8DAE10"/>
      </a:lt2>
      <a:accent1>
        <a:srgbClr val="FFCC00"/>
      </a:accent1>
      <a:accent2>
        <a:srgbClr val="EE7203"/>
      </a:accent2>
      <a:accent3>
        <a:srgbClr val="E6332A"/>
      </a:accent3>
      <a:accent4>
        <a:srgbClr val="B71E3F"/>
      </a:accent4>
      <a:accent5>
        <a:srgbClr val="9C5516"/>
      </a:accent5>
      <a:accent6>
        <a:srgbClr val="59211C"/>
      </a:accent6>
      <a:hlink>
        <a:srgbClr val="000000"/>
      </a:hlink>
      <a:folHlink>
        <a:srgbClr val="00000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UB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d7e0d177af4d47" /><Relationship Type="http://schemas.openxmlformats.org/officeDocument/2006/relationships/notesMaster" Target="/ppt/notesMasters/notesMaster1.xml" Id="R63a3202d6f7846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 byte 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6f8a6f35744b9d" /><Relationship Type="http://schemas.openxmlformats.org/officeDocument/2006/relationships/image" Target="/ppt/media/image4.png" Id="R90528e6b618d4d1e" /><Relationship Type="http://schemas.openxmlformats.org/officeDocument/2006/relationships/image" Target="/ppt/media/image3.png" Id="Rec14265d759a4866" /><Relationship Type="http://schemas.openxmlformats.org/officeDocument/2006/relationships/image" Target="/ppt/media/image5.png" Id="Reb52e1833d59402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50ef60886646ee" /><Relationship Type="http://schemas.openxmlformats.org/officeDocument/2006/relationships/image" Target="/ppt/media/image6.png" Id="Rb7289f03253a4b2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e21396fc364fa6" /><Relationship Type="http://schemas.openxmlformats.org/officeDocument/2006/relationships/image" Target="/ppt/media/image7.png" Id="R9f43024c63f248d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30de3fc822483b" /><Relationship Type="http://schemas.openxmlformats.org/officeDocument/2006/relationships/image" Target="/ppt/media/image7.png" Id="R6f9a4944ab6241b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7c72712ba1463e" /><Relationship Type="http://schemas.openxmlformats.org/officeDocument/2006/relationships/image" Target="/ppt/media/image7.png" Id="Rd012040ddd8d4a4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2fc750bf494a9a" /><Relationship Type="http://schemas.openxmlformats.org/officeDocument/2006/relationships/image" Target="/ppt/media/image7.png" Id="R8ed76fe527af412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95eb663ede4dd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bd301a47fc43d9" /><Relationship Type="http://schemas.openxmlformats.org/officeDocument/2006/relationships/image" Target="/ppt/media/image4.png" Id="Reb4f23b88e924e8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6cce3b6d584344" /><Relationship Type="http://schemas.openxmlformats.org/officeDocument/2006/relationships/image" Target="/ppt/media/image7.png" Id="R9ac0de4490114364" /><Relationship Type="http://schemas.openxmlformats.org/officeDocument/2006/relationships/image" Target="/ppt/media/image8.png" Id="Rc0a144907f9c46bd" /><Relationship Type="http://schemas.openxmlformats.org/officeDocument/2006/relationships/image" Target="/ppt/media/image3.png" Id="R8092b5104e884a0e" /></Relationships>
</file>

<file path=ppt/slideLayouts/slideLayout1.xml><?xml version="1.0" encoding="utf-8"?>
<p:sldLayout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6EC8580D-F204-4C76-8073-5FBA2333D683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474557" y="2841830"/>
            <a:ext cx="6408712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  <a:latin typeface="RUB Scala MZ"/>
                <a:ea typeface="RUB Scala MZ"/>
                <a:cs typeface="RUB Scala MZ"/>
              </a:defRPr>
            </a:lvl1pPr>
            <a:lvl2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</a:defRPr>
            </a:lvl2pPr>
            <a:lvl3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</a:defRPr>
            </a:lvl3pPr>
            <a:lvl4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</a:defRPr>
            </a:lvl4pPr>
            <a:lvl5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</a:defRPr>
            </a:lvl5pPr>
            <a:lvl6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</a:defRPr>
            </a:lvl6pPr>
            <a:lvl7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</a:defRPr>
            </a:lvl7pPr>
            <a:lvl8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</a:defRPr>
            </a:lvl8pPr>
            <a:lvl9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Subtitle</a:t>
            </a:r>
            <a:r>
              <a:t> / </a:t>
            </a:r>
            <a:r>
              <a:t>Author</a:t>
            </a:r>
          </a:p>
        </p:txBody>
      </p:sp>
      <p:sp>
        <p:nvSpPr>
          <p:cNvPr id="23" name="Titel 22">
            <a:extLst xmlns:a="http://schemas.openxmlformats.org/drawingml/2006/main">
              <a:ext uri="{FF2B5EF4-FFF2-40B4-BE49-F238E27FC236}">
                <a16:creationId xmlns:a16="http://schemas.microsoft.com/office/drawing/2014/main" id="{259FB325-4F00-4E24-9BB5-CBE59A8EE6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74556" y="1662477"/>
            <a:ext cx="6408711" cy="11685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sz="4000" b="1" cap="all">
                <a:latin typeface="RubFlama"/>
                <a:ea typeface="RubFlama"/>
                <a:cs typeface="RubFlama"/>
              </a:defRPr>
            </a:lvl1pPr>
          </a:lstStyle>
          <a:p xmlns:a="http://schemas.openxmlformats.org/drawingml/2006/main">
            <a:pPr>
              <a:buNone/>
            </a:pPr>
            <a:r>
              <a:t>Mastertitelformat bearbeiten</a:t>
            </a:r>
          </a:p>
        </p:txBody>
      </p:sp>
      <p:pic>
        <p:nvPicPr>
          <p:cNvPr id="24" name="Grafik 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0528e6b618d4d1e"/>
          <a:srcRect xmlns:a="http://schemas.openxmlformats.org/drawingml/2006/main" l="0" t="0" r="28060" b="0"/>
          <a:stretch xmlns:a="http://schemas.openxmlformats.org/drawingml/2006/main"/>
        </p:blipFill>
        <p:spPr>
          <a:xfrm xmlns:a="http://schemas.openxmlformats.org/drawingml/2006/main">
            <a:off x="6876256" y="366333"/>
            <a:ext cx="2267744" cy="4554850"/>
          </a:xfrm>
          <a:prstGeom xmlns:a="http://schemas.openxmlformats.org/drawingml/2006/main" prst="rect">
            <a:avLst/>
          </a:prstGeom>
        </p:spPr>
      </p:pic>
      <p:pic>
        <p:nvPicPr>
          <p:cNvPr id="25" name="Grafik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14265d759a48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4557" y="4380649"/>
            <a:ext cx="1089286" cy="456175"/>
          </a:xfrm>
          <a:prstGeom xmlns:a="http://schemas.openxmlformats.org/drawingml/2006/main" prst="rect">
            <a:avLst/>
          </a:prstGeom>
        </p:spPr>
      </p:pic>
      <p:pic>
        <p:nvPicPr>
          <p:cNvPr id="26" name="Grafik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52e1833d5940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54521" y="4306028"/>
            <a:ext cx="1089287" cy="604355"/>
          </a:xfrm>
          <a:prstGeom xmlns:a="http://schemas.openxmlformats.org/drawingml/2006/main" prst="rect">
            <a:avLst/>
          </a:prstGeom>
        </p:spPr>
      </p:pic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C6FF916D-1E24-9147-B308-6EF1EA4407D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474556" y="1334851"/>
            <a:ext cx="3455988" cy="2841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RubFlama"/>
                <a:ea typeface="RubFlama"/>
                <a:cs typeface="RubFlama"/>
              </a:defRPr>
            </a:lvl1pPr>
          </a:lstStyle>
          <a:p xmlns:a="http://schemas.openxmlformats.org/drawingml/2006/main">
            <a:pPr>
              <a:buNone/>
            </a:pPr>
            <a:r>
              <a:t>Type </a:t>
            </a:r>
            <a:r>
              <a:t>of</a:t>
            </a:r>
            <a:r>
              <a:t> </a:t>
            </a:r>
            <a:r>
              <a:t>presentation</a:t>
            </a:r>
            <a:r>
              <a:t> / Place</a:t>
            </a:r>
          </a:p>
        </p:txBody>
      </p:sp>
      <p:sp>
        <p:nvSpPr>
          <p:cNvPr id="19" name="Textplatzhalter 18">
            <a:extLst xmlns:a="http://schemas.openxmlformats.org/drawingml/2006/main">
              <a:ext uri="{FF2B5EF4-FFF2-40B4-BE49-F238E27FC236}">
                <a16:creationId xmlns:a16="http://schemas.microsoft.com/office/drawing/2014/main" id="{598C9846-10EA-584E-9393-A7E61E5FE5BE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74663" y="3147814"/>
            <a:ext cx="6408737" cy="324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 b="0" i="0">
                <a:latin typeface="RubFlama"/>
                <a:ea typeface="RubFlama"/>
                <a:cs typeface="RubFlama"/>
              </a:defRPr>
            </a:lvl1pPr>
          </a:lstStyle>
          <a:p xmlns:a="http://schemas.openxmlformats.org/drawingml/2006/main">
            <a:pPr>
              <a:buNone/>
            </a:pPr>
            <a:r>
              <a:t>Date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Headline // Inhal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rafik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289f03253a4b27">
            <a:alphaModFix amt="24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40469">
            <a:off x="823" y="703030"/>
            <a:ext cx="2123715" cy="2416642"/>
          </a:xfrm>
          <a:prstGeom xmlns:a="http://schemas.openxmlformats.org/drawingml/2006/main" prst="rect">
            <a:avLst/>
          </a:prstGeom>
        </p:spPr>
      </p:pic>
      <p:sp>
        <p:nvSpPr>
          <p:cNvPr id="3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AF81AD53-663A-4FC4-AEF6-D757186F5AC6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4499992" y="503998"/>
            <a:ext cx="4320008" cy="3780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 marL="0" indent="0"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>
              <a:buNone/>
            </a:pPr>
            <a:r>
              <a:t>Subline</a:t>
            </a:r>
            <a:r>
              <a:t> auf erster Ebene // für weitere Ebenen &gt;&gt; Menü &gt; Start &gt; Absatz &gt; Listenebene erhöhen </a:t>
            </a:r>
          </a:p>
          <a:p xmlns:a="http://schemas.openxmlformats.org/drawingml/2006/main">
            <a:pPr>
              <a:buNone/>
            </a:pPr>
            <a:r>
              <a:t>Zweite Ebene</a:t>
            </a:r>
          </a:p>
          <a:p xmlns:a="http://schemas.openxmlformats.org/drawingml/2006/main">
            <a:pPr>
              <a:buNone/>
            </a:pPr>
            <a:r>
              <a:t>Dritte Ebene</a:t>
            </a:r>
          </a:p>
          <a:p xmlns:a="http://schemas.openxmlformats.org/drawingml/2006/main">
            <a:pPr>
              <a:buNone/>
            </a:pPr>
            <a:r>
              <a:t>Vierte Ebene</a:t>
            </a:r>
          </a:p>
          <a:p xmlns:a="http://schemas.openxmlformats.org/drawingml/2006/main">
            <a:pPr>
              <a:buNone/>
            </a:pPr>
            <a:r>
              <a:t>Fünfte Ebene</a:t>
            </a:r>
          </a:p>
          <a:p xmlns:a="http://schemas.openxmlformats.org/drawingml/2006/main">
            <a:pPr>
              <a:buNone/>
            </a:pPr>
            <a:r>
              <a:t>Sechste Ebene</a:t>
            </a:r>
          </a:p>
          <a:p xmlns:a="http://schemas.openxmlformats.org/drawingml/2006/main">
            <a:pPr>
              <a:buNone/>
            </a:pPr>
            <a:r>
              <a:t>Siebte Ebene</a:t>
            </a:r>
          </a:p>
          <a:p xmlns:a="http://schemas.openxmlformats.org/drawingml/2006/main">
            <a:pPr>
              <a:buNone/>
            </a:pPr>
            <a:r>
              <a:t>Achte Ebene</a:t>
            </a:r>
          </a:p>
          <a:p xmlns:a="http://schemas.openxmlformats.org/drawingml/2006/main">
            <a:pPr>
              <a:buNone/>
            </a:pPr>
            <a:r>
              <a:t>Neunte Ebene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3261E425-9AF3-4B68-A7DE-55697E59EC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 | </a:t>
            </a:r>
            <a:r>
              <a:t>Section</a:t>
            </a:r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‹Nr.›</a:t>
            </a:fld>
            <a:fld id="{D6C92596-E737-FF90-EBB5-6AFD01EC4D29}" type="slidenum">
              <a:t> </a:t>
            </a:fld>
          </a:p>
        </p:txBody>
      </p:sp>
      <p:sp>
        <p:nvSpPr>
          <p:cNvPr id="11" name="Titel 1">
            <a:extLst xmlns:a="http://schemas.openxmlformats.org/drawingml/2006/main">
              <a:ext uri="{FF2B5EF4-FFF2-40B4-BE49-F238E27FC236}">
                <a16:creationId xmlns:a16="http://schemas.microsoft.com/office/drawing/2014/main" id="{6126DC0A-0CAB-AB43-BA9F-FC6891F5367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24000" y="1203598"/>
            <a:ext cx="1727720" cy="1512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Section</a:t>
            </a:r>
            <a:r>
              <a:t> Title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rafik 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f43024c63f248d4">
            <a:alphaModFix amt="43000"/>
          </a:blip>
          <a:srcRect xmlns:a="http://schemas.openxmlformats.org/drawingml/2006/main" l="0" t="40753" r="42388" b="0"/>
          <a:stretch xmlns:a="http://schemas.openxmlformats.org/drawingml/2006/main"/>
        </p:blipFill>
        <p:spPr>
          <a:xfrm xmlns:a="http://schemas.openxmlformats.org/drawingml/2006/main">
            <a:off x="7092280" y="0"/>
            <a:ext cx="2051720" cy="2099460"/>
          </a:xfrm>
          <a:prstGeom xmlns:a="http://schemas.openxmlformats.org/drawingml/2006/main" prst="rect">
            <a:avLst/>
          </a:prstGeom>
        </p:spPr>
      </p:pic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E97D7879-BA70-4DD0-99E9-74C1A1FA34B5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 | </a:t>
            </a:r>
            <a:r>
              <a:t>Section</a:t>
            </a:r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EB422CC4-3EFE-4A06-B194-FAB2C24ECED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‹Nr.›</a:t>
            </a:fld>
            <a:fld id="{D6C92596-E737-FF90-EBB5-6AFD01EC4D29}" type="slidenum">
              <a:t> </a:t>
            </a:fld>
          </a:p>
        </p:txBody>
      </p:sp>
      <p:sp>
        <p:nvSpPr>
          <p:cNvPr id="10" name="Titel 1">
            <a:extLst xmlns:a="http://schemas.openxmlformats.org/drawingml/2006/main">
              <a:ext uri="{FF2B5EF4-FFF2-40B4-BE49-F238E27FC236}">
                <a16:creationId xmlns:a16="http://schemas.microsoft.com/office/drawing/2014/main" id="{35AFD21E-93DF-EF44-A4EC-A8CC429A71C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68000" y="396000"/>
            <a:ext cx="7005358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KAPITEL | CHART-HEADLINE</a:t>
            </a:r>
          </a:p>
        </p:txBody>
      </p:sp>
      <p:sp>
        <p:nvSpPr>
          <p:cNvPr id="11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7474D2A3-CE0A-4E44-8F36-1E3F1FDB7264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468000" y="918000"/>
            <a:ext cx="7632392" cy="336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Subline</a:t>
            </a:r>
            <a:r>
              <a:t> </a:t>
            </a:r>
            <a:r>
              <a:t>first</a:t>
            </a:r>
            <a:r>
              <a:t> </a:t>
            </a:r>
            <a:r>
              <a:t>level</a:t>
            </a:r>
          </a:p>
          <a:p xmlns:a="http://schemas.openxmlformats.org/drawingml/2006/main">
            <a:pPr>
              <a:buNone/>
            </a:pPr>
            <a:r>
              <a:t>Text</a:t>
            </a:r>
          </a:p>
          <a:p xmlns:a="http://schemas.openxmlformats.org/drawingml/2006/main">
            <a:pPr>
              <a:buNone/>
            </a:pPr>
            <a:r>
              <a:t>Bullet 1</a:t>
            </a:r>
          </a:p>
          <a:p xmlns:a="http://schemas.openxmlformats.org/drawingml/2006/main">
            <a:pPr>
              <a:buNone/>
            </a:pPr>
            <a:r>
              <a:t>Bullet 2</a:t>
            </a:r>
          </a:p>
          <a:p xmlns:a="http://schemas.openxmlformats.org/drawingml/2006/main">
            <a:pPr>
              <a:buNone/>
            </a:pPr>
            <a:r>
              <a:t>Bullet 3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2 Bilder inkl. Headlin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rafik 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f9a4944ab6241b7">
            <a:alphaModFix amt="43000"/>
          </a:blip>
          <a:srcRect xmlns:a="http://schemas.openxmlformats.org/drawingml/2006/main" l="0" t="40753" r="42388" b="0"/>
          <a:stretch xmlns:a="http://schemas.openxmlformats.org/drawingml/2006/main"/>
        </p:blipFill>
        <p:spPr>
          <a:xfrm xmlns:a="http://schemas.openxmlformats.org/drawingml/2006/main">
            <a:off x="7092280" y="0"/>
            <a:ext cx="2051720" cy="2099460"/>
          </a:xfrm>
          <a:prstGeom xmlns:a="http://schemas.openxmlformats.org/drawingml/2006/main" prst="rect">
            <a:avLst/>
          </a:prstGeom>
        </p:spPr>
      </p:pic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EC3A98A1-0379-4B57-A126-017C70E1949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68000" y="954000"/>
            <a:ext cx="3960000" cy="264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>
            <a:r>
              <a:t>Add Image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E97D7879-BA70-4DD0-99E9-74C1A1FA34B5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 | </a:t>
            </a:r>
            <a:r>
              <a:t>Section</a:t>
            </a:r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EB422CC4-3EFE-4A06-B194-FAB2C24ECED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‹Nr.›</a:t>
            </a:fld>
            <a:fld id="{D6C92596-E737-FF90-EBB5-6AFD01EC4D29}" type="slidenum">
              <a:t> </a:t>
            </a:fld>
          </a:p>
        </p:txBody>
      </p:sp>
      <p:sp>
        <p:nvSpPr>
          <p:cNvPr id="6" name="Textplatzhalter 5">
            <a:extLst xmlns:a="http://schemas.openxmlformats.org/drawingml/2006/main">
              <a:ext uri="{FF2B5EF4-FFF2-40B4-BE49-F238E27FC236}">
                <a16:creationId xmlns:a16="http://schemas.microsoft.com/office/drawing/2014/main" id="{6DC3B07E-B021-4B5C-9450-33EDD5844452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68000" y="3708000"/>
            <a:ext cx="3960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ts val="1200"/>
              </a:lnSpc>
              <a:spcAft>
                <a:spcPts val="0"/>
              </a:spcAft>
              <a:buNone/>
              <a:defRPr sz="900"/>
            </a:lvl1pPr>
            <a:lvl2pPr>
              <a:lnSpc>
                <a:spcPts val="1200"/>
              </a:lnSpc>
              <a:spcAft>
                <a:spcPts val="0"/>
              </a:spcAft>
              <a:buNone/>
              <a:defRPr sz="900"/>
            </a:lvl2pPr>
            <a:lvl3pPr>
              <a:lnSpc>
                <a:spcPts val="1200"/>
              </a:lnSpc>
              <a:spcAft>
                <a:spcPts val="0"/>
              </a:spcAft>
              <a:buNone/>
              <a:defRPr sz="900"/>
            </a:lvl3pPr>
            <a:lvl4pPr>
              <a:lnSpc>
                <a:spcPts val="1200"/>
              </a:lnSpc>
              <a:spcAft>
                <a:spcPts val="0"/>
              </a:spcAft>
              <a:buNone/>
              <a:defRPr sz="900"/>
            </a:lvl4pPr>
            <a:lvl5pPr>
              <a:lnSpc>
                <a:spcPts val="1200"/>
              </a:lnSpc>
              <a:spcAft>
                <a:spcPts val="0"/>
              </a:spcAft>
              <a:buNone/>
              <a:defRPr sz="900"/>
            </a:lvl5pPr>
            <a:lvl6pPr>
              <a:lnSpc>
                <a:spcPts val="1200"/>
              </a:lnSpc>
              <a:spcAft>
                <a:spcPts val="0"/>
              </a:spcAft>
              <a:buNone/>
              <a:defRPr sz="900"/>
            </a:lvl6pPr>
            <a:lvl7pPr>
              <a:lnSpc>
                <a:spcPts val="1200"/>
              </a:lnSpc>
              <a:spcAft>
                <a:spcPts val="0"/>
              </a:spcAft>
              <a:buNone/>
              <a:defRPr sz="900"/>
            </a:lvl7pPr>
            <a:lvl8pPr>
              <a:lnSpc>
                <a:spcPts val="1200"/>
              </a:lnSpc>
              <a:spcAft>
                <a:spcPts val="0"/>
              </a:spcAft>
              <a:buNone/>
              <a:defRPr sz="900"/>
            </a:lvl8pPr>
            <a:lvl9pPr>
              <a:lnSpc>
                <a:spcPts val="1200"/>
              </a:lnSpc>
              <a:spcAft>
                <a:spcPts val="0"/>
              </a:spcAft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Image title</a:t>
            </a:r>
          </a:p>
          <a:p xmlns:a="http://schemas.openxmlformats.org/drawingml/2006/main">
            <a:pPr>
              <a:buNone/>
            </a:pPr>
            <a:r>
              <a:t>Explanation</a:t>
            </a:r>
          </a:p>
        </p:txBody>
      </p:sp>
      <p:sp>
        <p:nvSpPr>
          <p:cNvPr id="8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CFABEA7C-7103-4FAC-AAB1-B8FF06848676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4680000" y="954000"/>
            <a:ext cx="3960000" cy="264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>
            <a:r>
              <a:t>Add Image</a:t>
            </a:r>
          </a:p>
        </p:txBody>
      </p:sp>
      <p:sp>
        <p:nvSpPr>
          <p:cNvPr id="9" name="Textplatzhalter 5">
            <a:extLst xmlns:a="http://schemas.openxmlformats.org/drawingml/2006/main">
              <a:ext uri="{FF2B5EF4-FFF2-40B4-BE49-F238E27FC236}">
                <a16:creationId xmlns:a16="http://schemas.microsoft.com/office/drawing/2014/main" id="{9CA26BD8-E4CD-4A9F-ACC0-895F1FD2744F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80000" y="3708000"/>
            <a:ext cx="3960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ts val="1200"/>
              </a:lnSpc>
              <a:spcAft>
                <a:spcPts val="0"/>
              </a:spcAft>
              <a:buNone/>
              <a:defRPr sz="900"/>
            </a:lvl1pPr>
            <a:lvl2pPr>
              <a:lnSpc>
                <a:spcPts val="1200"/>
              </a:lnSpc>
              <a:spcAft>
                <a:spcPts val="0"/>
              </a:spcAft>
              <a:buNone/>
              <a:defRPr sz="900"/>
            </a:lvl2pPr>
            <a:lvl3pPr>
              <a:lnSpc>
                <a:spcPts val="1200"/>
              </a:lnSpc>
              <a:spcAft>
                <a:spcPts val="0"/>
              </a:spcAft>
              <a:buNone/>
              <a:defRPr sz="900"/>
            </a:lvl3pPr>
            <a:lvl4pPr>
              <a:lnSpc>
                <a:spcPts val="1200"/>
              </a:lnSpc>
              <a:spcAft>
                <a:spcPts val="0"/>
              </a:spcAft>
              <a:buNone/>
              <a:defRPr sz="900"/>
            </a:lvl4pPr>
            <a:lvl5pPr>
              <a:lnSpc>
                <a:spcPts val="1200"/>
              </a:lnSpc>
              <a:spcAft>
                <a:spcPts val="0"/>
              </a:spcAft>
              <a:buNone/>
              <a:defRPr sz="900"/>
            </a:lvl5pPr>
            <a:lvl6pPr>
              <a:lnSpc>
                <a:spcPts val="1200"/>
              </a:lnSpc>
              <a:spcAft>
                <a:spcPts val="0"/>
              </a:spcAft>
              <a:buNone/>
              <a:defRPr sz="900"/>
            </a:lvl6pPr>
            <a:lvl7pPr>
              <a:lnSpc>
                <a:spcPts val="1200"/>
              </a:lnSpc>
              <a:spcAft>
                <a:spcPts val="0"/>
              </a:spcAft>
              <a:buNone/>
              <a:defRPr sz="900"/>
            </a:lvl7pPr>
            <a:lvl8pPr>
              <a:lnSpc>
                <a:spcPts val="1200"/>
              </a:lnSpc>
              <a:spcAft>
                <a:spcPts val="0"/>
              </a:spcAft>
              <a:buNone/>
              <a:defRPr sz="900"/>
            </a:lvl8pPr>
            <a:lvl9pPr>
              <a:lnSpc>
                <a:spcPts val="1200"/>
              </a:lnSpc>
              <a:spcAft>
                <a:spcPts val="0"/>
              </a:spcAft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Image title</a:t>
            </a:r>
          </a:p>
          <a:p xmlns:a="http://schemas.openxmlformats.org/drawingml/2006/main">
            <a:pPr>
              <a:buNone/>
            </a:pPr>
            <a:r>
              <a:t>Explanation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F0B3784F-BC20-4A45-986C-728B00F5961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68000" y="396000"/>
            <a:ext cx="756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Section</a:t>
            </a:r>
            <a:r>
              <a:t> | </a:t>
            </a:r>
            <a:r>
              <a:t>Section</a:t>
            </a:r>
            <a:r>
              <a:t> </a:t>
            </a:r>
            <a:r>
              <a:t>headline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Headline / Text / Bild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rafik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012040ddd8d4a4b">
            <a:alphaModFix amt="43000"/>
          </a:blip>
          <a:srcRect xmlns:a="http://schemas.openxmlformats.org/drawingml/2006/main" l="0" t="40753" r="42388" b="0"/>
          <a:stretch xmlns:a="http://schemas.openxmlformats.org/drawingml/2006/main"/>
        </p:blipFill>
        <p:spPr>
          <a:xfrm xmlns:a="http://schemas.openxmlformats.org/drawingml/2006/main">
            <a:off x="7092280" y="0"/>
            <a:ext cx="2051720" cy="2099460"/>
          </a:xfrm>
          <a:prstGeom xmlns:a="http://schemas.openxmlformats.org/drawingml/2006/main" prst="rect">
            <a:avLst/>
          </a:prstGeom>
        </p:spPr>
      </p:pic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3261E425-9AF3-4B68-A7DE-55697E59EC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Titel | ggf. weitere Angaben</a:t>
            </a:r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‹Nr.›</a:t>
            </a:fld>
            <a:fld id="{D6C92596-E737-FF90-EBB5-6AFD01EC4D29}" type="slidenum">
              <a:t> </a:t>
            </a:fld>
          </a:p>
        </p:txBody>
      </p:sp>
      <p:sp>
        <p:nvSpPr>
          <p:cNvPr id="5" name="Bildplatzhalter 4">
            <a:extLst xmlns:a="http://schemas.openxmlformats.org/drawingml/2006/main">
              <a:ext uri="{FF2B5EF4-FFF2-40B4-BE49-F238E27FC236}">
                <a16:creationId xmlns:a16="http://schemas.microsoft.com/office/drawing/2014/main" id="{6DB40BEE-2C74-4B7C-AA75-FB330D4E18BC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4104000" y="954000"/>
            <a:ext cx="4536000" cy="30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>
            <a:r>
              <a:t>Add Image</a:t>
            </a:r>
          </a:p>
        </p:txBody>
      </p:sp>
      <p:sp>
        <p:nvSpPr>
          <p:cNvPr id="10" name="Titel 1">
            <a:extLst xmlns:a="http://schemas.openxmlformats.org/drawingml/2006/main">
              <a:ext uri="{FF2B5EF4-FFF2-40B4-BE49-F238E27FC236}">
                <a16:creationId xmlns:a16="http://schemas.microsoft.com/office/drawing/2014/main" id="{1A8D6956-691E-E04E-8C15-E1B520BBF98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68000" y="396000"/>
            <a:ext cx="756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KAPITEL | CHART-HEADLINE</a:t>
            </a:r>
          </a:p>
        </p:txBody>
      </p:sp>
      <p:sp>
        <p:nvSpPr>
          <p:cNvPr id="12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AC0A025C-8C18-BDCA-6D1D-0392EE474B4B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473706" y="884479"/>
            <a:ext cx="3594238" cy="32714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 marL="0" indent="0"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>
              <a:buNone/>
            </a:pPr>
            <a:r>
              <a:t>Subline</a:t>
            </a:r>
            <a:r>
              <a:t> auf erster Ebene // für weitere Ebenen &gt;&gt; Menü &gt; Start &gt; Absatz &gt; Listenebene erhöhen </a:t>
            </a:r>
          </a:p>
          <a:p xmlns:a="http://schemas.openxmlformats.org/drawingml/2006/main">
            <a:pPr>
              <a:buNone/>
            </a:pPr>
            <a:r>
              <a:t>Zweite Ebene</a:t>
            </a:r>
          </a:p>
          <a:p xmlns:a="http://schemas.openxmlformats.org/drawingml/2006/main">
            <a:pPr>
              <a:buNone/>
            </a:pPr>
            <a:r>
              <a:t>Dritte Ebene</a:t>
            </a:r>
          </a:p>
          <a:p xmlns:a="http://schemas.openxmlformats.org/drawingml/2006/main">
            <a:pPr>
              <a:buNone/>
            </a:pPr>
            <a:r>
              <a:t>Vierte Ebene</a:t>
            </a:r>
          </a:p>
          <a:p xmlns:a="http://schemas.openxmlformats.org/drawingml/2006/main">
            <a:pPr>
              <a:buNone/>
            </a:pPr>
            <a:r>
              <a:t>Fünfte Ebene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Headline / Text / Bild inkl. Bildunterzei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rafik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ed76fe527af412f">
            <a:alphaModFix amt="43000"/>
          </a:blip>
          <a:srcRect xmlns:a="http://schemas.openxmlformats.org/drawingml/2006/main" l="0" t="40753" r="42388" b="0"/>
          <a:stretch xmlns:a="http://schemas.openxmlformats.org/drawingml/2006/main"/>
        </p:blipFill>
        <p:spPr>
          <a:xfrm xmlns:a="http://schemas.openxmlformats.org/drawingml/2006/main">
            <a:off x="7092280" y="0"/>
            <a:ext cx="2051720" cy="2099460"/>
          </a:xfrm>
          <a:prstGeom xmlns:a="http://schemas.openxmlformats.org/drawingml/2006/main" prst="rect">
            <a:avLst/>
          </a:prstGeom>
        </p:spPr>
      </p:pic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0BA798C-BBC7-4E71-A2F4-DB5D5AAD126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68000" y="396000"/>
            <a:ext cx="756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KAPITEL | CHART-HEADLINE</a:t>
            </a:r>
          </a:p>
        </p:txBody>
      </p:sp>
      <p:sp>
        <p:nvSpPr>
          <p:cNvPr id="3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339FE222-0985-41A1-B742-26E0737AF3BA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468000" y="918000"/>
            <a:ext cx="4104000" cy="336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Subline</a:t>
            </a:r>
            <a:r>
              <a:t> auf erster Ebene // für weitere Ebenen &gt;&gt; Menü &gt; Start &gt; Absatz &gt; Listenebene erhöhen </a:t>
            </a:r>
          </a:p>
          <a:p xmlns:a="http://schemas.openxmlformats.org/drawingml/2006/main">
            <a:pPr>
              <a:buNone/>
            </a:pPr>
            <a:r>
              <a:t>Zweite Ebene</a:t>
            </a:r>
          </a:p>
          <a:p xmlns:a="http://schemas.openxmlformats.org/drawingml/2006/main">
            <a:pPr>
              <a:buNone/>
            </a:pPr>
            <a:r>
              <a:t>Dritte Ebene</a:t>
            </a:r>
          </a:p>
          <a:p xmlns:a="http://schemas.openxmlformats.org/drawingml/2006/main">
            <a:pPr>
              <a:buNone/>
            </a:pPr>
            <a:r>
              <a:t>Vierte Ebene</a:t>
            </a:r>
          </a:p>
          <a:p xmlns:a="http://schemas.openxmlformats.org/drawingml/2006/main">
            <a:pPr>
              <a:buNone/>
            </a:pPr>
            <a:r>
              <a:t>Fünfte Ebene</a:t>
            </a:r>
          </a:p>
          <a:p xmlns:a="http://schemas.openxmlformats.org/drawingml/2006/main">
            <a:pPr>
              <a:buNone/>
            </a:pPr>
            <a:r>
              <a:t>Sechste Ebene</a:t>
            </a:r>
          </a:p>
          <a:p xmlns:a="http://schemas.openxmlformats.org/drawingml/2006/main">
            <a:pPr>
              <a:buNone/>
            </a:pPr>
            <a:r>
              <a:t>Siebte Ebene</a:t>
            </a:r>
          </a:p>
          <a:p xmlns:a="http://schemas.openxmlformats.org/drawingml/2006/main">
            <a:pPr>
              <a:buNone/>
            </a:pPr>
            <a:r>
              <a:t>Achte Ebene</a:t>
            </a:r>
          </a:p>
          <a:p xmlns:a="http://schemas.openxmlformats.org/drawingml/2006/main">
            <a:pPr>
              <a:buNone/>
            </a:pPr>
            <a:r>
              <a:t>Neunte Ebene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3261E425-9AF3-4B68-A7DE-55697E59EC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 | Chapter</a:t>
            </a:r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‹Nr.›</a:t>
            </a:fld>
            <a:fld id="{D6C92596-E737-FF90-EBB5-6AFD01EC4D29}" type="slidenum">
              <a:t> </a:t>
            </a:fld>
          </a:p>
        </p:txBody>
      </p:sp>
      <p:sp>
        <p:nvSpPr>
          <p:cNvPr id="5" name="Bildplatzhalter 4">
            <a:extLst xmlns:a="http://schemas.openxmlformats.org/drawingml/2006/main">
              <a:ext uri="{FF2B5EF4-FFF2-40B4-BE49-F238E27FC236}">
                <a16:creationId xmlns:a16="http://schemas.microsoft.com/office/drawing/2014/main" id="{6DB40BEE-2C74-4B7C-AA75-FB330D4E18BC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4680000" y="954000"/>
            <a:ext cx="3960000" cy="264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>
            <a:r>
              <a:t>Bild durch Klicken auf Symbol hinzufügen</a:t>
            </a:r>
          </a:p>
        </p:txBody>
      </p:sp>
      <p:sp>
        <p:nvSpPr>
          <p:cNvPr id="10" name="Textplatzhalter 5">
            <a:extLst xmlns:a="http://schemas.openxmlformats.org/drawingml/2006/main">
              <a:ext uri="{FF2B5EF4-FFF2-40B4-BE49-F238E27FC236}">
                <a16:creationId xmlns:a16="http://schemas.microsoft.com/office/drawing/2014/main" id="{E8C92916-9C2D-4160-84A7-92C7AE8CF342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80000" y="3708000"/>
            <a:ext cx="3960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ts val="1200"/>
              </a:lnSpc>
              <a:spcAft>
                <a:spcPts val="0"/>
              </a:spcAft>
              <a:buNone/>
              <a:defRPr sz="900"/>
            </a:lvl1pPr>
            <a:lvl2pPr>
              <a:lnSpc>
                <a:spcPts val="1200"/>
              </a:lnSpc>
              <a:spcAft>
                <a:spcPts val="0"/>
              </a:spcAft>
              <a:buNone/>
              <a:defRPr sz="900"/>
            </a:lvl2pPr>
            <a:lvl3pPr>
              <a:lnSpc>
                <a:spcPts val="1200"/>
              </a:lnSpc>
              <a:spcAft>
                <a:spcPts val="0"/>
              </a:spcAft>
              <a:buNone/>
              <a:defRPr sz="900"/>
            </a:lvl3pPr>
            <a:lvl4pPr>
              <a:lnSpc>
                <a:spcPts val="1200"/>
              </a:lnSpc>
              <a:spcAft>
                <a:spcPts val="0"/>
              </a:spcAft>
              <a:buNone/>
              <a:defRPr sz="900"/>
            </a:lvl4pPr>
            <a:lvl5pPr>
              <a:lnSpc>
                <a:spcPts val="1200"/>
              </a:lnSpc>
              <a:spcAft>
                <a:spcPts val="0"/>
              </a:spcAft>
              <a:buNone/>
              <a:defRPr sz="900"/>
            </a:lvl5pPr>
            <a:lvl6pPr>
              <a:lnSpc>
                <a:spcPts val="1200"/>
              </a:lnSpc>
              <a:spcAft>
                <a:spcPts val="0"/>
              </a:spcAft>
              <a:buNone/>
              <a:defRPr sz="900"/>
            </a:lvl6pPr>
            <a:lvl7pPr>
              <a:lnSpc>
                <a:spcPts val="1200"/>
              </a:lnSpc>
              <a:spcAft>
                <a:spcPts val="0"/>
              </a:spcAft>
              <a:buNone/>
              <a:defRPr sz="900"/>
            </a:lvl7pPr>
            <a:lvl8pPr>
              <a:lnSpc>
                <a:spcPts val="1200"/>
              </a:lnSpc>
              <a:spcAft>
                <a:spcPts val="0"/>
              </a:spcAft>
              <a:buNone/>
              <a:defRPr sz="900"/>
            </a:lvl8pPr>
            <a:lvl9pPr>
              <a:lnSpc>
                <a:spcPts val="1200"/>
              </a:lnSpc>
              <a:spcAft>
                <a:spcPts val="0"/>
              </a:spcAft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Bildunterzeile // für weitere Ebenen (Text)  &gt;&gt; Menü &gt; Start &gt; Absatz &gt; Listenebene erhöhen 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t>Zweite Ebene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showMasterSp="0" preserve="1" userDrawn="1">
  <p:cSld name="Bild vollflächig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EC3A98A1-0379-4B57-A126-017C70E1949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0"/>
            <a:ext cx="9144000" cy="51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>
            <a:r>
              <a:t>Vollbild durch klicken einfügen.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762F6D41-300A-44A6-A773-F84C7424CD6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Titel | ggf. weitere Angaben</a:t>
            </a:r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D5674647-E98A-4E91-B769-603FBD38FC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‹Nr.›</a:t>
            </a:fld>
            <a:fld id="{D6C92596-E737-FF90-EBB5-6AFD01EC4D29}" type="slidenum">
              <a:t> </a:t>
            </a:fld>
          </a:p>
        </p:txBody>
      </p:sp>
      <p:pic>
        <p:nvPicPr>
          <p:cNvPr id="6" name="Grafik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b4f23b88e924e82">
            <a:alphaModFix amt="67000"/>
          </a:blip>
          <a:srcRect xmlns:a="http://schemas.openxmlformats.org/drawingml/2006/main" l="38349" t="-1686" r="-40434" b="1686"/>
          <a:stretch xmlns:a="http://schemas.openxmlformats.org/drawingml/2006/main"/>
        </p:blipFill>
        <p:spPr>
          <a:xfrm xmlns:a="http://schemas.openxmlformats.org/drawingml/2006/main">
            <a:off x="0" y="411510"/>
            <a:ext cx="2812691" cy="3981189"/>
          </a:xfrm>
          <a:prstGeom xmlns:a="http://schemas.openxmlformats.org/drawingml/2006/main" prst="rect">
            <a:avLst/>
          </a:prstGeom>
        </p:spPr>
      </p:pic>
      <p:sp>
        <p:nvSpPr>
          <p:cNvPr id="8" name="Titel 1">
            <a:extLst xmlns:a="http://schemas.openxmlformats.org/drawingml/2006/main">
              <a:ext uri="{FF2B5EF4-FFF2-40B4-BE49-F238E27FC236}">
                <a16:creationId xmlns:a16="http://schemas.microsoft.com/office/drawing/2014/main" id="{3B9F49EF-43AE-7A4F-B85A-0880A386201F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619672" y="1744699"/>
            <a:ext cx="6892745" cy="16535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4800" b="1" i="0">
                <a:solidFill>
                  <a:srgbClr val="1F3B51"/>
                </a:solidFill>
                <a:latin typeface="RubFlama"/>
                <a:ea typeface="RubFlama"/>
                <a:cs typeface="RubFlama"/>
              </a:defRPr>
            </a:lvl1pPr>
          </a:lstStyle>
          <a:p xmlns:a="http://schemas.openxmlformats.org/drawingml/2006/main">
            <a:r>
              <a:t>Thank you for your attention</a:t>
            </a:r>
          </a:p>
        </p:txBody>
      </p:sp>
      <p:sp>
        <p:nvSpPr>
          <p:cNvPr id="9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F62B29B8-A8FA-1C45-AD65-779582E09F3E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619672" y="1287000"/>
            <a:ext cx="689274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1800" b="0" i="0">
                <a:latin typeface="RubFlama"/>
                <a:ea typeface="RubFlama"/>
                <a:cs typeface="RubFlam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10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B6DFADE-29F8-914E-9FD9-E144A4C9CD12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619672" y="3483149"/>
            <a:ext cx="6892745" cy="3127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2pPr marL="457200" indent="0" algn="r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RUB Scala MZ"/>
                <a:ea typeface="RUB Scala MZ"/>
                <a:cs typeface="RUB Scala MZ"/>
              </a:defRPr>
            </a:lvl2pPr>
          </a:lstStyle>
          <a:p xmlns:a="http://schemas.openxmlformats.org/drawingml/2006/main">
            <a:pPr>
              <a:buNone/>
            </a:pPr>
            <a:r>
              <a:t>E-Mail - Autor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showMasterSp="0" preserve="1" userDrawn="1">
  <p:cSld name="Headline // Tabel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rafik 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ac0de4490114364">
            <a:alphaModFix amt="43000"/>
          </a:blip>
          <a:srcRect xmlns:a="http://schemas.openxmlformats.org/drawingml/2006/main" l="0" t="40753" r="42388" b="0"/>
          <a:stretch xmlns:a="http://schemas.openxmlformats.org/drawingml/2006/main"/>
        </p:blipFill>
        <p:spPr>
          <a:xfrm xmlns:a="http://schemas.openxmlformats.org/drawingml/2006/main">
            <a:off x="7092280" y="0"/>
            <a:ext cx="2051720" cy="2099460"/>
          </a:xfrm>
          <a:prstGeom xmlns:a="http://schemas.openxmlformats.org/drawingml/2006/main" prst="rect">
            <a:avLst/>
          </a:prstGeom>
        </p:spPr>
      </p:pic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FDD7A1F3-8687-464B-A5D8-14D9B6FA94D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68000" y="396000"/>
            <a:ext cx="756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KAPITEL | CHART-HEADLINE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3261E425-9AF3-4B68-A7DE-55697E59EC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Titel | ggf. weitere Angaben</a:t>
            </a:r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‹Nr.›</a:t>
            </a:fld>
            <a:fld id="{D6C92596-E737-FF90-EBB5-6AFD01EC4D29}" type="slidenum">
              <a:t> </a:t>
            </a:fld>
          </a:p>
        </p:txBody>
      </p:sp>
      <p:sp>
        <p:nvSpPr>
          <p:cNvPr id="5" name="Tabellenplatzhalter 4">
            <a:extLst xmlns:a="http://schemas.openxmlformats.org/drawingml/2006/main">
              <a:ext uri="{FF2B5EF4-FFF2-40B4-BE49-F238E27FC236}">
                <a16:creationId xmlns:a16="http://schemas.microsoft.com/office/drawing/2014/main" id="{F5A8BB0B-4BD0-4791-8A9B-89C9D0000E35}"/>
              </a:ext>
            </a:extLst>
          </p:cNvPr>
          <p:cNvSpPr>
            <a:spLocks xmlns:a="http://schemas.openxmlformats.org/drawingml/2006/main" noGrp="1"/>
          </p:cNvSpPr>
          <p:nvPr>
            <p:ph type="tbl" idx="13"/>
          </p:nvPr>
        </p:nvSpPr>
        <p:spPr>
          <a:xfrm xmlns:a="http://schemas.openxmlformats.org/drawingml/2006/main">
            <a:off x="468000" y="918000"/>
            <a:ext cx="8172000" cy="336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>
            <a:r>
              <a:t>Tabelle durch Klicken auf Symbol hinzufügen</a:t>
            </a:r>
          </a:p>
        </p:txBody>
      </p:sp>
      <p:sp>
        <p:nvSpPr>
          <p:cNvPr id="16" name="Listenebenen">
            <a:extLst xmlns:a="http://schemas.openxmlformats.org/drawingml/2006/main">
              <a:ext uri="{FF2B5EF4-FFF2-40B4-BE49-F238E27FC236}">
                <a16:creationId xmlns:a16="http://schemas.microsoft.com/office/drawing/2014/main" id="{84A0104B-AA90-4DE7-ADAE-6959FBC1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1">
            <a:off x="-2628800" y="1368000"/>
            <a:ext cx="2520800" cy="15277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152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305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6458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86112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0764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2916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5069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7222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Einfärbung einer Spalte/Zeile: </a:t>
            </a:r>
            <a:br/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Markieren der Spalte/Zeile:</a:t>
            </a:r>
          </a:p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Entwurf / Tabellentools &gt; Schattierung &gt;</a:t>
            </a:r>
          </a:p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Die gewünschte Farbe aus den Designfarben auswählen</a:t>
            </a:r>
          </a:p>
        </p:txBody>
      </p:sp>
      <p:sp>
        <p:nvSpPr>
          <p:cNvPr id="10" name="Zurücksetzen">
            <a:extLst xmlns:a="http://schemas.openxmlformats.org/drawingml/2006/main">
              <a:ext uri="{FF2B5EF4-FFF2-40B4-BE49-F238E27FC236}">
                <a16:creationId xmlns:a16="http://schemas.microsoft.com/office/drawing/2014/main" id="{431D1FFE-03BA-4520-A89B-CDD1BC7E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1">
            <a:off x="9252000" y="648000"/>
            <a:ext cx="1944000" cy="61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152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305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6458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86112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0764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2916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5069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7222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Folie in Ursprungsform </a:t>
            </a:r>
          </a:p>
          <a:p xmlns:a="http://schemas.openxmlformats.org/drawingml/2006/main"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bringen über Menü:</a:t>
            </a:r>
          </a:p>
          <a:p xmlns:a="http://schemas.openxmlformats.org/drawingml/2006/main"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Start &gt; Folien &gt; Zurücksetzen</a:t>
            </a:r>
          </a:p>
        </p:txBody>
      </p:sp>
      <p:sp>
        <p:nvSpPr>
          <p:cNvPr id="11" name="Hilfslinien">
            <a:extLst xmlns:a="http://schemas.openxmlformats.org/drawingml/2006/main">
              <a:ext uri="{FF2B5EF4-FFF2-40B4-BE49-F238E27FC236}">
                <a16:creationId xmlns:a16="http://schemas.microsoft.com/office/drawing/2014/main" id="{38EA8585-E11F-4D10-9DAB-78E6756B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1">
            <a:off x="431801" y="-468000"/>
            <a:ext cx="82804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vert="horz" wrap="square" lIns="0" tIns="0" rIns="0" bIns="0" anchor="b">
            <a:noAutofit/>
          </a:bodyPr>
          <a:lstStyle xmlns:a="http://schemas.openxmlformats.org/drawingml/2006/main">
            <a:lvl1pPr marL="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152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305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6458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86112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0764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2916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5069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7222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 spc="0">
                <a:ln>
                  <a:noFill/>
                </a:ln>
                <a:solidFill>
                  <a:schemeClr val="tx1"/>
                </a:solidFill>
                <a:latin typeface="+mn-lt"/>
                <a:ea typeface="+mn-lt"/>
                <a:cs typeface="+mn-lt"/>
              </a:rPr>
              <a:t>Löschen einer Spalte/Zeile: </a:t>
            </a:r>
            <a:r>
              <a:rPr sz="1200" b="1" i="0" u="none" cap="none" spc="0">
                <a:ln>
                  <a:noFill/>
                </a:ln>
                <a:solidFill>
                  <a:schemeClr val="tx1"/>
                </a:solidFill>
                <a:latin typeface="+mn-lt"/>
                <a:ea typeface="+mn-lt"/>
                <a:cs typeface="+mn-lt"/>
              </a:rPr>
              <a:t>Markieren der Spalte/Zeile: Layout &gt; Löschen &gt; Spalte bzw. Zeile löschen</a:t>
            </a:r>
          </a:p>
        </p:txBody>
      </p:sp>
      <p:sp>
        <p:nvSpPr>
          <p:cNvPr id="12" name="Fußzeile">
            <a:extLst xmlns:a="http://schemas.openxmlformats.org/drawingml/2006/main">
              <a:ext uri="{FF2B5EF4-FFF2-40B4-BE49-F238E27FC236}">
                <a16:creationId xmlns:a16="http://schemas.microsoft.com/office/drawing/2014/main" id="{4EFB3271-7B15-42ED-A704-B39FAEDC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1">
            <a:off x="431800" y="5255998"/>
            <a:ext cx="8280400" cy="360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152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305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6458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86112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0764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2916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5069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7222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Fußzeile anpassen: </a:t>
            </a: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Einfügen &gt; Text &gt; Kopf- und Fußzeile</a:t>
            </a:r>
          </a:p>
        </p:txBody>
      </p:sp>
      <p:sp>
        <p:nvSpPr>
          <p:cNvPr id="13" name="Layoutwechsel">
            <a:extLst xmlns:a="http://schemas.openxmlformats.org/drawingml/2006/main">
              <a:ext uri="{FF2B5EF4-FFF2-40B4-BE49-F238E27FC236}">
                <a16:creationId xmlns:a16="http://schemas.microsoft.com/office/drawing/2014/main" id="{6BCDAEA0-53BC-4E57-84CA-5C530F05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1">
            <a:off x="9252000" y="2283786"/>
            <a:ext cx="2952848" cy="104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152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305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6458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86112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0764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2916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5069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7222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Einfügen einer Spalte/Zeile:</a:t>
            </a:r>
          </a:p>
          <a:p xmlns:a="http://schemas.openxmlformats.org/drawingml/2006/main"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Markieren der Spalte/Zeile neben der eine weitere eingefügt werden soll:</a:t>
            </a:r>
          </a:p>
          <a:p xmlns:a="http://schemas.openxmlformats.org/drawingml/2006/main"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Layout &gt; Hier die gewünschte Einfügeoption auswählen</a:t>
            </a:r>
          </a:p>
        </p:txBody>
      </p:sp>
      <p:sp>
        <p:nvSpPr>
          <p:cNvPr id="19" name="Gerader Verbinder 18">
            <a:extLst xmlns:a="http://schemas.openxmlformats.org/drawingml/2006/main">
              <a:ext uri="{FF2B5EF4-FFF2-40B4-BE49-F238E27FC236}">
                <a16:creationId xmlns:a16="http://schemas.microsoft.com/office/drawing/2014/main" id="{95A6DF07-43A9-4174-B732-A19FF8F7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85600"/>
            <a:ext cx="9144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22" name="Grafik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0a144907f9c46bd"/>
          <a:srcRect xmlns:a="http://schemas.openxmlformats.org/drawingml/2006/main" l="0" t="0" r="0" b="4513"/>
          <a:stretch xmlns:a="http://schemas.openxmlformats.org/drawingml/2006/main"/>
        </p:blipFill>
        <p:spPr>
          <a:xfrm xmlns:a="http://schemas.openxmlformats.org/drawingml/2006/main">
            <a:off x="9252000" y="3327773"/>
            <a:ext cx="2067213" cy="864158"/>
          </a:xfrm>
          <a:prstGeom xmlns:a="http://schemas.openxmlformats.org/drawingml/2006/main" prst="rect">
            <a:avLst/>
          </a:prstGeom>
        </p:spPr>
      </p:pic>
      <p:pic>
        <p:nvPicPr>
          <p:cNvPr id="23" name="Grafik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92b5104e884a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30714" y="4571638"/>
            <a:ext cx="1089286" cy="456175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5e13dc8473e547f5" /><Relationship Type="http://schemas.openxmlformats.org/officeDocument/2006/relationships/image" Target="/ppt/media/image2.png" Id="Rd7241a02bf494a38" /><Relationship Type="http://schemas.openxmlformats.org/officeDocument/2006/relationships/image" Target="/ppt/media/image3.png" Id="R838191109be4401e" /><Relationship Type="http://schemas.openxmlformats.org/officeDocument/2006/relationships/theme" Target="/ppt/slideMasters/theme/theme2.xml" Id="R7d8260b38a734bcd" /><Relationship Type="http://schemas.openxmlformats.org/officeDocument/2006/relationships/slideLayout" Target="/ppt/slideLayouts/slideLayout1.xml" Id="R44859f5f1a4249fb" /><Relationship Type="http://schemas.openxmlformats.org/officeDocument/2006/relationships/slideLayout" Target="/ppt/slideLayouts/slideLayout2.xml" Id="R0b4a33d1a1774e0b" /><Relationship Type="http://schemas.openxmlformats.org/officeDocument/2006/relationships/slideLayout" Target="/ppt/slideLayouts/slideLayout3.xml" Id="Rd54df9f1040f4fab" /><Relationship Type="http://schemas.openxmlformats.org/officeDocument/2006/relationships/slideLayout" Target="/ppt/slideLayouts/slideLayout4.xml" Id="R538c297261b546ec" /><Relationship Type="http://schemas.openxmlformats.org/officeDocument/2006/relationships/slideLayout" Target="/ppt/slideLayouts/slideLayout5.xml" Id="R8ad3b9955eff4d0b" /><Relationship Type="http://schemas.openxmlformats.org/officeDocument/2006/relationships/slideLayout" Target="/ppt/slideLayouts/slideLayout6.xml" Id="Re47d3bebf6ba470a" /><Relationship Type="http://schemas.openxmlformats.org/officeDocument/2006/relationships/slideLayout" Target="/ppt/slideLayouts/slideLayout7.xml" Id="Rb94cb1f77d704272" /><Relationship Type="http://schemas.openxmlformats.org/officeDocument/2006/relationships/slideLayout" Target="/ppt/slideLayouts/slideLayout8.xml" Id="R179d2d660c35491d" /><Relationship Type="http://schemas.openxmlformats.org/officeDocument/2006/relationships/slideLayout" Target="/ppt/slideLayouts/slideLayout9.xml" Id="Rd7619ca09216416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292A1CE6-548A-4C62-A5FB-DA25B8C89F1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60000" y="5524114"/>
            <a:ext cx="4284008" cy="1799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C03AB47B-3765-4C89-9E2D-27DD2F818C9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720000" y="4752000"/>
            <a:ext cx="6300000" cy="10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t>Titel | ggf. weitere Angaben</a:t>
            </a:r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0BA3BA50-4BD7-4EAE-ABF1-5EEB6801C24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324000" y="4752000"/>
            <a:ext cx="252000" cy="10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fld id="{6C8FC03C-C266-4645-ABC5-645062898383}" type="slidenum">
              <a:t>‹Nr.›</a:t>
            </a:fld>
            <a:fld id="{D6C92596-E737-FF90-EBB5-6AFD01EC4D29}" type="slidenum">
              <a:t> </a:t>
            </a:fld>
          </a:p>
        </p:txBody>
      </p:sp>
      <p:sp>
        <p:nvSpPr>
          <p:cNvPr id="12" name="Text // Listenebene erhöhen">
            <a:extLst xmlns:a="http://schemas.openxmlformats.org/drawingml/2006/main">
              <a:ext uri="{FF2B5EF4-FFF2-40B4-BE49-F238E27FC236}">
                <a16:creationId xmlns:a16="http://schemas.microsoft.com/office/drawing/2014/main" id="{8AE88482-027C-4704-B223-D5800315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2016000" y="2787874"/>
            <a:ext cx="9360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Listenebene</a:t>
            </a:r>
          </a:p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erhöhen</a:t>
            </a:r>
          </a:p>
        </p:txBody>
      </p:sp>
      <p:sp>
        <p:nvSpPr>
          <p:cNvPr id="13" name="Text // Listenebene verringern">
            <a:extLst xmlns:a="http://schemas.openxmlformats.org/drawingml/2006/main">
              <a:ext uri="{FF2B5EF4-FFF2-40B4-BE49-F238E27FC236}">
                <a16:creationId xmlns:a16="http://schemas.microsoft.com/office/drawing/2014/main" id="{01CF9D46-2449-4E7D-867B-379B60EE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2016000" y="3291874"/>
            <a:ext cx="9360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Listenebene</a:t>
            </a:r>
          </a:p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verringern</a:t>
            </a:r>
          </a:p>
        </p:txBody>
      </p:sp>
      <p:sp>
        <p:nvSpPr>
          <p:cNvPr id="25" name="Listenebenen">
            <a:extLst xmlns:a="http://schemas.openxmlformats.org/drawingml/2006/main">
              <a:ext uri="{FF2B5EF4-FFF2-40B4-BE49-F238E27FC236}">
                <a16:creationId xmlns:a16="http://schemas.microsoft.com/office/drawing/2014/main" id="{FED1EAE5-7935-47BA-A4CC-20F2D9C6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1">
            <a:off x="-2088000" y="1368000"/>
            <a:ext cx="1980000" cy="82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152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305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6458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86112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0764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2916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5069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7222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Listen erstellen</a:t>
            </a:r>
          </a:p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Wechseln Sie die Textebene</a:t>
            </a:r>
          </a:p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im Menü über: </a:t>
            </a:r>
            <a:br/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Start &gt; Absatz &gt; Listenebene erhöhen/verringern</a:t>
            </a:r>
          </a:p>
        </p:txBody>
      </p:sp>
      <p:pic>
        <p:nvPicPr>
          <p:cNvPr id="26" name="Bild // Listenebene verringer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13dc8473e547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-963360" y="3291874"/>
            <a:ext cx="855360" cy="396000"/>
          </a:xfrm>
          <a:prstGeom xmlns:a="http://schemas.openxmlformats.org/drawingml/2006/main" prst="rect">
            <a:avLst/>
          </a:prstGeom>
        </p:spPr>
      </p:pic>
      <p:pic>
        <p:nvPicPr>
          <p:cNvPr id="27" name="Bild // Listenebene erhöhe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241a02bf494a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-963360" y="2787874"/>
            <a:ext cx="855360" cy="396000"/>
          </a:xfrm>
          <a:prstGeom xmlns:a="http://schemas.openxmlformats.org/drawingml/2006/main" prst="rect">
            <a:avLst/>
          </a:prstGeom>
        </p:spPr>
      </p:pic>
      <p:sp>
        <p:nvSpPr>
          <p:cNvPr id="14" name="Zurücksetzen">
            <a:extLst xmlns:a="http://schemas.openxmlformats.org/drawingml/2006/main">
              <a:ext uri="{FF2B5EF4-FFF2-40B4-BE49-F238E27FC236}">
                <a16:creationId xmlns:a16="http://schemas.microsoft.com/office/drawing/2014/main" id="{919AA9A6-05F7-4D6B-B24C-267B8A2F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1">
            <a:off x="9252000" y="648000"/>
            <a:ext cx="1944000" cy="61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152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305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6458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86112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0764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2916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5069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7222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Folie in Ursprungsform </a:t>
            </a:r>
          </a:p>
          <a:p xmlns:a="http://schemas.openxmlformats.org/drawingml/2006/main"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bringen über Menü:</a:t>
            </a:r>
          </a:p>
          <a:p xmlns:a="http://schemas.openxmlformats.org/drawingml/2006/main"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Start &gt; Folien &gt; Zurücksetzen</a:t>
            </a:r>
          </a:p>
        </p:txBody>
      </p:sp>
      <p:sp>
        <p:nvSpPr>
          <p:cNvPr id="15" name="Hilfslinien">
            <a:extLst xmlns:a="http://schemas.openxmlformats.org/drawingml/2006/main">
              <a:ext uri="{FF2B5EF4-FFF2-40B4-BE49-F238E27FC236}">
                <a16:creationId xmlns:a16="http://schemas.microsoft.com/office/drawing/2014/main" id="{B8898300-FFD9-4B2E-804F-ED54BA28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1">
            <a:off x="431801" y="-468000"/>
            <a:ext cx="82804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vert="horz" wrap="square" lIns="0" tIns="0" rIns="0" bIns="0" anchor="b">
            <a:noAutofit/>
          </a:bodyPr>
          <a:lstStyle xmlns:a="http://schemas.openxmlformats.org/drawingml/2006/main">
            <a:lvl1pPr marL="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152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305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6458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86112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0764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2916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5069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7222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 spc="0">
                <a:ln>
                  <a:noFill/>
                </a:ln>
                <a:solidFill>
                  <a:schemeClr val="tx1"/>
                </a:solidFill>
                <a:latin typeface="+mn-lt"/>
                <a:ea typeface="+mn-lt"/>
                <a:cs typeface="+mn-lt"/>
              </a:rPr>
              <a:t>Hilfslinien anzeigen über Menü: </a:t>
            </a:r>
            <a:r>
              <a:rPr sz="1200" b="1" i="0" u="none" cap="none" spc="0">
                <a:ln>
                  <a:noFill/>
                </a:ln>
                <a:solidFill>
                  <a:schemeClr val="tx1"/>
                </a:solidFill>
                <a:latin typeface="+mn-lt"/>
                <a:ea typeface="+mn-lt"/>
                <a:cs typeface="+mn-lt"/>
              </a:rPr>
              <a:t>Ansicht &gt; Anzeigen &gt; Haken bei Führungslinien setzen</a:t>
            </a:r>
          </a:p>
        </p:txBody>
      </p:sp>
      <p:sp>
        <p:nvSpPr>
          <p:cNvPr id="16" name="Fußzeile">
            <a:extLst xmlns:a="http://schemas.openxmlformats.org/drawingml/2006/main">
              <a:ext uri="{FF2B5EF4-FFF2-40B4-BE49-F238E27FC236}">
                <a16:creationId xmlns:a16="http://schemas.microsoft.com/office/drawing/2014/main" id="{31A38744-F917-4C84-93A3-DC9C764A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1">
            <a:off x="431800" y="5255998"/>
            <a:ext cx="8280400" cy="360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152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305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6458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86112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0764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2916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5069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7222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Fußzeile anpassen: </a:t>
            </a: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Einfügen &gt; Text &gt; Kopf- und Fußzeile</a:t>
            </a:r>
          </a:p>
        </p:txBody>
      </p:sp>
      <p:sp>
        <p:nvSpPr>
          <p:cNvPr id="30" name="Layoutwechsel">
            <a:extLst xmlns:a="http://schemas.openxmlformats.org/drawingml/2006/main">
              <a:ext uri="{FF2B5EF4-FFF2-40B4-BE49-F238E27FC236}">
                <a16:creationId xmlns:a16="http://schemas.microsoft.com/office/drawing/2014/main" id="{D587FF92-4B89-4BA9-8DCA-18B9F63A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1">
            <a:off x="9252000" y="2283786"/>
            <a:ext cx="1944000" cy="61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152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305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6458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86112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0764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2916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5069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7222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Wechsel des Folienlayouts </a:t>
            </a:r>
            <a:br/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im Menü über: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Start &gt; Folien &gt; Layout</a:t>
            </a:r>
          </a:p>
        </p:txBody>
      </p:sp>
      <p:sp>
        <p:nvSpPr>
          <p:cNvPr id="17" name="Gerader Verbinder 16">
            <a:extLst xmlns:a="http://schemas.openxmlformats.org/drawingml/2006/main">
              <a:ext uri="{FF2B5EF4-FFF2-40B4-BE49-F238E27FC236}">
                <a16:creationId xmlns:a16="http://schemas.microsoft.com/office/drawing/2014/main" id="{5AC43AC3-080A-4E32-B5D2-C09EC775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85600"/>
            <a:ext cx="9144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33" name="Grafik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8191109be440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30714" y="4571638"/>
            <a:ext cx="1089286" cy="456175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859f5f1a4249fb"/>
    <p:sldLayoutId xmlns:r="http://schemas.openxmlformats.org/officeDocument/2006/relationships" id="2147483650" r:id="R0b4a33d1a1774e0b"/>
    <p:sldLayoutId xmlns:r="http://schemas.openxmlformats.org/officeDocument/2006/relationships" id="2147483651" r:id="Rd54df9f1040f4fab"/>
    <p:sldLayoutId xmlns:r="http://schemas.openxmlformats.org/officeDocument/2006/relationships" id="2147483652" r:id="R538c297261b546ec"/>
    <p:sldLayoutId xmlns:r="http://schemas.openxmlformats.org/officeDocument/2006/relationships" id="2147483653" r:id="R8ad3b9955eff4d0b"/>
    <p:sldLayoutId xmlns:r="http://schemas.openxmlformats.org/officeDocument/2006/relationships" id="2147483654" r:id="Re47d3bebf6ba470a"/>
    <p:sldLayoutId xmlns:r="http://schemas.openxmlformats.org/officeDocument/2006/relationships" id="2147483655" r:id="Rb94cb1f77d704272"/>
    <p:sldLayoutId xmlns:r="http://schemas.openxmlformats.org/officeDocument/2006/relationships" id="2147483656" r:id="R179d2d660c35491d"/>
    <p:sldLayoutId xmlns:r="http://schemas.openxmlformats.org/officeDocument/2006/relationships" id="2147483657" r:id="Rd7619ca09216416c"/>
  </p:sldLayoutIdLst>
  <p:hf hdr="0" dt="0"/>
  <p:txStyles>
    <p:titleStyle>
      <a:lvl1pPr xmlns:a="http://schemas.openxmlformats.org/drawingml/2006/main" marL="0" indent="0" algn="l">
        <a:lnSpc>
          <a:spcPct val="100000"/>
        </a:lnSpc>
        <a:spcBef>
          <a:spcPts val="0"/>
        </a:spcBef>
        <a:buNone/>
        <a:defRPr sz="2700" b="1">
          <a:solidFill>
            <a:schemeClr val="tx2"/>
          </a:solidFill>
          <a:latin typeface="RubFlama"/>
          <a:ea typeface="RubFlama"/>
          <a:cs typeface="RubFlama"/>
        </a:defRPr>
      </a:lvl1pPr>
    </p:titleStyle>
    <p:bodyStyle>
      <a:lvl1pPr xmlns:a="http://schemas.openxmlformats.org/drawingml/2006/main" marL="0" indent="0" algn="l">
        <a:lnSpc>
          <a:spcPts val="1800"/>
        </a:lnSpc>
        <a:spcBef>
          <a:spcPts val="0"/>
        </a:spcBef>
        <a:spcAft>
          <a:spcPts val="1200"/>
        </a:spcAft>
        <a:buNone/>
        <a:defRPr sz="1500" b="1">
          <a:solidFill>
            <a:schemeClr val="tx2"/>
          </a:solidFill>
          <a:latin typeface="RUB Scala MZ"/>
          <a:ea typeface="RUB Scala MZ"/>
          <a:cs typeface="RUB Scala MZ"/>
        </a:defRPr>
      </a:lvl1pPr>
      <a:lvl2pPr xmlns:a="http://schemas.openxmlformats.org/drawingml/2006/main" marL="0" indent="0" algn="l">
        <a:lnSpc>
          <a:spcPts val="1800"/>
        </a:lnSpc>
        <a:spcBef>
          <a:spcPts val="0"/>
        </a:spcBef>
        <a:spcAft>
          <a:spcPts val="600"/>
        </a:spcAft>
        <a:buNone/>
        <a:defRPr sz="1500">
          <a:solidFill>
            <a:schemeClr val="tx2"/>
          </a:solidFill>
          <a:latin typeface="RUB Scala MZ"/>
          <a:ea typeface="RUB Scala MZ"/>
          <a:cs typeface="RUB Scala MZ"/>
        </a:defRPr>
      </a:lvl2pPr>
      <a:lvl3pPr xmlns:a="http://schemas.openxmlformats.org/drawingml/2006/main" marL="234000" indent="-234000" algn="l">
        <a:lnSpc>
          <a:spcPts val="1800"/>
        </a:lnSpc>
        <a:spcBef>
          <a:spcPts val="0"/>
        </a:spcBef>
        <a:spcAft>
          <a:spcPts val="600"/>
        </a:spcAft>
        <a:buChar char="§"/>
        <a:defRPr sz="1500">
          <a:solidFill>
            <a:schemeClr val="tx2"/>
          </a:solidFill>
          <a:latin typeface="RUB Scala MZ"/>
          <a:ea typeface="RUB Scala MZ"/>
          <a:cs typeface="RUB Scala MZ"/>
        </a:defRPr>
      </a:lvl3pPr>
      <a:lvl4pPr xmlns:a="http://schemas.openxmlformats.org/drawingml/2006/main" marL="468000" indent="-234000" algn="l">
        <a:lnSpc>
          <a:spcPts val="1800"/>
        </a:lnSpc>
        <a:spcBef>
          <a:spcPts val="0"/>
        </a:spcBef>
        <a:spcAft>
          <a:spcPts val="600"/>
        </a:spcAft>
        <a:buChar char="§"/>
        <a:defRPr sz="1500">
          <a:solidFill>
            <a:schemeClr val="tx2"/>
          </a:solidFill>
          <a:latin typeface="RUB Scala MZ"/>
          <a:ea typeface="RUB Scala MZ"/>
          <a:cs typeface="RUB Scala MZ"/>
        </a:defRPr>
      </a:lvl4pPr>
      <a:lvl5pPr xmlns:a="http://schemas.openxmlformats.org/drawingml/2006/main" marL="702000" indent="-234000" algn="l">
        <a:lnSpc>
          <a:spcPts val="1800"/>
        </a:lnSpc>
        <a:spcBef>
          <a:spcPts val="0"/>
        </a:spcBef>
        <a:spcAft>
          <a:spcPts val="600"/>
        </a:spcAft>
        <a:buChar char="§"/>
        <a:defRPr sz="1500">
          <a:solidFill>
            <a:schemeClr val="tx2"/>
          </a:solidFill>
          <a:latin typeface="RUB Scala MZ"/>
          <a:ea typeface="RUB Scala MZ"/>
          <a:cs typeface="RUB Scala MZ"/>
        </a:defRPr>
      </a:lvl5pPr>
      <a:lvl6pPr xmlns:a="http://schemas.openxmlformats.org/drawingml/2006/main" marL="0" indent="0" algn="l">
        <a:lnSpc>
          <a:spcPts val="1800"/>
        </a:lnSpc>
        <a:spcBef>
          <a:spcPts val="0"/>
        </a:spcBef>
        <a:spcAft>
          <a:spcPts val="600"/>
        </a:spcAft>
        <a:buNone/>
        <a:defRPr sz="1500">
          <a:solidFill>
            <a:schemeClr val="tx2"/>
          </a:solidFill>
          <a:latin typeface="RUB Scala MZ"/>
          <a:ea typeface="RUB Scala MZ"/>
          <a:cs typeface="RUB Scala MZ"/>
        </a:defRPr>
      </a:lvl6pPr>
      <a:lvl7pPr xmlns:a="http://schemas.openxmlformats.org/drawingml/2006/main" marL="0" indent="0" algn="l">
        <a:lnSpc>
          <a:spcPts val="1800"/>
        </a:lnSpc>
        <a:spcBef>
          <a:spcPts val="0"/>
        </a:spcBef>
        <a:spcAft>
          <a:spcPts val="600"/>
        </a:spcAft>
        <a:buNone/>
        <a:defRPr sz="1500">
          <a:solidFill>
            <a:schemeClr val="tx2"/>
          </a:solidFill>
          <a:latin typeface="RUB Scala MZ"/>
          <a:ea typeface="RUB Scala MZ"/>
          <a:cs typeface="RUB Scala MZ"/>
        </a:defRPr>
      </a:lvl7pPr>
      <a:lvl8pPr xmlns:a="http://schemas.openxmlformats.org/drawingml/2006/main" marL="0" indent="0" algn="l">
        <a:lnSpc>
          <a:spcPts val="1800"/>
        </a:lnSpc>
        <a:spcBef>
          <a:spcPts val="0"/>
        </a:spcBef>
        <a:spcAft>
          <a:spcPts val="600"/>
        </a:spcAft>
        <a:buNone/>
        <a:defRPr sz="1500">
          <a:solidFill>
            <a:schemeClr val="tx2"/>
          </a:solidFill>
          <a:latin typeface="RUB Scala MZ"/>
          <a:ea typeface="RUB Scala MZ"/>
          <a:cs typeface="RUB Scala MZ"/>
        </a:defRPr>
      </a:lvl8pPr>
      <a:lvl9pPr xmlns:a="http://schemas.openxmlformats.org/drawingml/2006/main" marL="0" indent="0" algn="l">
        <a:lnSpc>
          <a:spcPts val="1800"/>
        </a:lnSpc>
        <a:spcBef>
          <a:spcPts val="0"/>
        </a:spcBef>
        <a:spcAft>
          <a:spcPts val="600"/>
        </a:spcAft>
        <a:buNone/>
        <a:defRPr sz="1500">
          <a:solidFill>
            <a:schemeClr val="tx2"/>
          </a:solidFill>
          <a:latin typeface="RUB Scala MZ"/>
          <a:ea typeface="RUB Scala MZ"/>
          <a:cs typeface="RUB Scala MZ"/>
        </a:defRPr>
      </a:lvl9pPr>
    </p:bodyStyle>
    <p:otherStyle>
      <a:lvl1pPr xmlns:a="http://schemas.openxmlformats.org/drawingml/2006/main" marL="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PowerPoint Master RUB">
  <a:themeElements>
    <a:clrScheme name="RUB">
      <a:dk1>
        <a:sysClr val="windowText" lastClr="000000"/>
      </a:dk1>
      <a:lt1>
        <a:sysClr val="window" lastClr="FFFFFF"/>
      </a:lt1>
      <a:dk2>
        <a:srgbClr val="003560"/>
      </a:dk2>
      <a:lt2>
        <a:srgbClr val="8DAE10"/>
      </a:lt2>
      <a:accent1>
        <a:srgbClr val="FFCC00"/>
      </a:accent1>
      <a:accent2>
        <a:srgbClr val="EE7203"/>
      </a:accent2>
      <a:accent3>
        <a:srgbClr val="E6332A"/>
      </a:accent3>
      <a:accent4>
        <a:srgbClr val="B71E3F"/>
      </a:accent4>
      <a:accent5>
        <a:srgbClr val="9C5516"/>
      </a:accent5>
      <a:accent6>
        <a:srgbClr val="59211C"/>
      </a:accent6>
      <a:hlink>
        <a:srgbClr val="000000"/>
      </a:hlink>
      <a:folHlink>
        <a:srgbClr val="00000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UB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e2d63b9a84340" /><Relationship Type="http://schemas.openxmlformats.org/officeDocument/2006/relationships/image" Target="/ppt/media/image9.png" Id="R661acb2c3e764a63" /><Relationship Type="http://schemas.openxmlformats.org/officeDocument/2006/relationships/notesSlide" Target="/ppt/notesSlides/notesSlide1.xml" Id="R3141f71820d6477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1acb2c3e764a63"/>
          <a:stretch xmlns:a="http://schemas.openxmlformats.org/drawingml/2006/main"/>
        </p:blipFill>
        <p:spPr>
          <a:xfrm xmlns:a="http://schemas.openxmlformats.org/drawingml/2006/main">
            <a:off x="952500" y="952500"/>
            <a:ext cx="1333500" cy="133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980225"/>
      </p:ext>
    </p:extLst>
  </p:cSld>
</p:sld>
</file>

<file path=ppt/theme/theme1.xml><?xml version="1.0" encoding="utf-8"?>
<a:theme xmlns:a="http://schemas.openxmlformats.org/drawingml/2006/main" name="PowerPoint Master RUB">
  <a:themeElements>
    <a:clrScheme name="RUB">
      <a:dk1>
        <a:sysClr val="windowText" lastClr="000000"/>
      </a:dk1>
      <a:lt1>
        <a:sysClr val="window" lastClr="FFFFFF"/>
      </a:lt1>
      <a:dk2>
        <a:srgbClr val="003560"/>
      </a:dk2>
      <a:lt2>
        <a:srgbClr val="8DAE10"/>
      </a:lt2>
      <a:accent1>
        <a:srgbClr val="FFCC00"/>
      </a:accent1>
      <a:accent2>
        <a:srgbClr val="EE7203"/>
      </a:accent2>
      <a:accent3>
        <a:srgbClr val="E6332A"/>
      </a:accent3>
      <a:accent4>
        <a:srgbClr val="B71E3F"/>
      </a:accent4>
      <a:accent5>
        <a:srgbClr val="9C5516"/>
      </a:accent5>
      <a:accent6>
        <a:srgbClr val="59211C"/>
      </a:accent6>
      <a:hlink>
        <a:srgbClr val="000000"/>
      </a:hlink>
      <a:folHlink>
        <a:srgbClr val="00000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UB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2026-06-12T20:36:43.5840000Z</dcterms:created>
  <dcterms:modified xsi:type="dcterms:W3CDTF">2026-06-12T20:36:43.5840000Z</dcterms:modified>
</coreProperties>
</file>