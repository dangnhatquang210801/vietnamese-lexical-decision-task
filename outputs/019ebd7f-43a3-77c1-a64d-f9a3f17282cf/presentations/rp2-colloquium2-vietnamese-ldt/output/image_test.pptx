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49661380c4099" /><Relationship Type="http://schemas.openxmlformats.org/officeDocument/2006/relationships/extended-properties" Target="/docProps/app.xml" Id="Rffdbb0ae320e4846" /><Relationship Type="http://schemas.openxmlformats.org/officeDocument/2006/relationships/officeDocument" Target="/ppt/presentation.xml" Id="Rf20d6ae3365e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6184ab8d0464f"/>
  </p:sldMasterIdLst>
  <p:notesMasterIdLst>
    <p:notesMasterId xmlns:r="http://schemas.openxmlformats.org/officeDocument/2006/relationships" r:id="Rcbfca6e8316a4c2c"/>
  </p:notesMasterIdLst>
  <p:sldIdLst>
    <p:sldId xmlns:r="http://schemas.openxmlformats.org/officeDocument/2006/relationships" id="256" r:id="R36d413724443487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47321195594591" /><Relationship Type="http://schemas.openxmlformats.org/officeDocument/2006/relationships/slideMaster" Target="/ppt/slideMasters/slideMaster1.xml" Id="R8a96184ab8d0464f" /><Relationship Type="http://schemas.openxmlformats.org/officeDocument/2006/relationships/notesMaster" Target="/ppt/notesMasters/notesMaster1.xml" Id="Rcbfca6e8316a4c2c" /><Relationship Type="http://schemas.openxmlformats.org/officeDocument/2006/relationships/presProps" Target="/ppt/presProps.xml" Id="R233db0250f2f4ed7" /><Relationship Type="http://schemas.openxmlformats.org/officeDocument/2006/relationships/viewProps" Target="/ppt/viewProps.xml" Id="Rd13656b6391a4f76" /><Relationship Type="http://schemas.openxmlformats.org/officeDocument/2006/relationships/tableStyles" Target="/ppt/tableStyles.xml" Id="R4ef53616cced46be" /><Relationship Type="http://schemas.openxmlformats.org/officeDocument/2006/relationships/slide" Target="/ppt/slides/slide1.xml" Id="R36d413724443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5566be9c44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e4dff4dfe6462b" /><Relationship Type="http://schemas.openxmlformats.org/officeDocument/2006/relationships/notesMaster" Target="/ppt/notesMasters/notesMaster1.xml" Id="R52aa6d58ec27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7211b9f014690" /><Relationship Type="http://schemas.openxmlformats.org/officeDocument/2006/relationships/image" Target="/ppt/media/image4.png" Id="Rf06be6176d024ce9" /><Relationship Type="http://schemas.openxmlformats.org/officeDocument/2006/relationships/image" Target="/ppt/media/image3.png" Id="R980e7eacf7394d76" /><Relationship Type="http://schemas.openxmlformats.org/officeDocument/2006/relationships/image" Target="/ppt/media/image5.png" Id="Rb9114d568ef14a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63dbb254b4fbc" /><Relationship Type="http://schemas.openxmlformats.org/officeDocument/2006/relationships/image" Target="/ppt/media/image6.png" Id="R5fbfccfb2d0d43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15981001b41af" /><Relationship Type="http://schemas.openxmlformats.org/officeDocument/2006/relationships/image" Target="/ppt/media/image7.png" Id="Rbf9abf4478f04c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8dd786f604a26" /><Relationship Type="http://schemas.openxmlformats.org/officeDocument/2006/relationships/image" Target="/ppt/media/image7.png" Id="Rac6705abd6c34c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0e0db89ee48c1" /><Relationship Type="http://schemas.openxmlformats.org/officeDocument/2006/relationships/image" Target="/ppt/media/image7.png" Id="R896cfe92d3294d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25aad8c784bbb" /><Relationship Type="http://schemas.openxmlformats.org/officeDocument/2006/relationships/image" Target="/ppt/media/image7.png" Id="Raa2145cdd7254b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d071577cf41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4dd4c14dd4e63" /><Relationship Type="http://schemas.openxmlformats.org/officeDocument/2006/relationships/image" Target="/ppt/media/image4.png" Id="R3bf091b33b304e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c683deca54552" /><Relationship Type="http://schemas.openxmlformats.org/officeDocument/2006/relationships/image" Target="/ppt/media/image7.png" Id="R2eeef2c7c699431c" /><Relationship Type="http://schemas.openxmlformats.org/officeDocument/2006/relationships/image" Target="/ppt/media/image8.png" Id="R70bb3b5827e04899" /><Relationship Type="http://schemas.openxmlformats.org/officeDocument/2006/relationships/image" Target="/ppt/media/image3.png" Id="Rb5069441d695472c" /></Relationships>
</file>

<file path=ppt/slideLayouts/slideLayout1.xml><?xml version="1.0" encoding="utf-8"?>
<p:sldLayout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540D66A5-6A43-453E-A951-429F5EE9AC2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74557" y="2841830"/>
            <a:ext cx="6408712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  <a:latin typeface="RUB Scala MZ"/>
                <a:ea typeface="RUB Scala MZ"/>
                <a:cs typeface="RUB Scala MZ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None/>
              <a:defRPr sz="1500" b="0">
                <a:solidFill>
                  <a:schemeClr val="bg2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Subtitle</a:t>
            </a:r>
            <a:r>
              <a:t> / </a:t>
            </a:r>
            <a:r>
              <a:t>Author</a:t>
            </a:r>
          </a:p>
        </p:txBody>
      </p:sp>
      <p:sp>
        <p:nvSpPr>
          <p:cNvPr id="23" name="Titel 22">
            <a:extLst xmlns:a="http://schemas.openxmlformats.org/drawingml/2006/main"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4556" y="1662477"/>
            <a:ext cx="6408711" cy="1168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 b="1" cap="all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Mastertitelformat bearbeiten</a:t>
            </a: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6be6176d024ce9"/>
          <a:srcRect xmlns:a="http://schemas.openxmlformats.org/drawingml/2006/main" l="0" t="0" r="28060" b="0"/>
          <a:stretch xmlns:a="http://schemas.openxmlformats.org/drawingml/2006/main"/>
        </p:blipFill>
        <p:spPr>
          <a:xfrm xmlns:a="http://schemas.openxmlformats.org/drawingml/2006/main">
            <a:off x="6876256" y="366333"/>
            <a:ext cx="2267744" cy="4554850"/>
          </a:xfrm>
          <a:prstGeom xmlns:a="http://schemas.openxmlformats.org/drawingml/2006/main" prst="rect">
            <a:avLst/>
          </a:prstGeom>
        </p:spPr>
      </p:pic>
      <p:pic>
        <p:nvPicPr>
          <p:cNvPr id="2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e7eacf739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57" y="4380649"/>
            <a:ext cx="1089286" cy="456175"/>
          </a:xfrm>
          <a:prstGeom xmlns:a="http://schemas.openxmlformats.org/drawingml/2006/main" prst="rect">
            <a:avLst/>
          </a:prstGeom>
        </p:spPr>
      </p:pic>
      <p:pic>
        <p:nvPicPr>
          <p:cNvPr id="2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14d568ef14a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54521" y="4306028"/>
            <a:ext cx="1089287" cy="604355"/>
          </a:xfrm>
          <a:prstGeom xmlns:a="http://schemas.openxmlformats.org/drawingml/2006/main" prst="rect">
            <a:avLst/>
          </a:prstGeom>
        </p:spPr>
      </p:pic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74556" y="1334851"/>
            <a:ext cx="3455988" cy="284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Type </a:t>
            </a:r>
            <a:r>
              <a:t>of</a:t>
            </a:r>
            <a:r>
              <a:t> </a:t>
            </a:r>
            <a:r>
              <a:t>presentation</a:t>
            </a:r>
            <a:r>
              <a:t> / Place</a:t>
            </a:r>
          </a:p>
        </p:txBody>
      </p:sp>
      <p:sp>
        <p:nvSpPr>
          <p:cNvPr id="19" name="Textplatzhalter 18">
            <a:extLst xmlns:a="http://schemas.openxmlformats.org/drawingml/2006/main"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74663" y="3147814"/>
            <a:ext cx="6408737" cy="324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 b="0" i="0"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pPr>
              <a:buNone/>
            </a:pPr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fccfb2d0d439c">
            <a:alphaModFix amt="24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40469">
            <a:off x="823" y="703030"/>
            <a:ext cx="2123715" cy="2416642"/>
          </a:xfrm>
          <a:prstGeom xmlns:a="http://schemas.openxmlformats.org/drawingml/2006/main" prst="rect">
            <a:avLst/>
          </a:prstGeom>
        </p:spPr>
      </p:pic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053E70A-322B-4331-8DBE-996A3421DD59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499992" y="503998"/>
            <a:ext cx="4320008" cy="3780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1" name="Titel 1">
            <a:extLst xmlns:a="http://schemas.openxmlformats.org/drawingml/2006/main"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4000" y="1203598"/>
            <a:ext cx="1727720" cy="1512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9abf4478f04cfe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005358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1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7632392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</a:t>
            </a:r>
            <a:r>
              <a:t>first</a:t>
            </a:r>
            <a:r>
              <a:t> </a:t>
            </a:r>
            <a:r>
              <a:t>level</a:t>
            </a:r>
          </a:p>
          <a:p xmlns:a="http://schemas.openxmlformats.org/drawingml/2006/main">
            <a:pPr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  <a:r>
              <a:t>Bullet 1</a:t>
            </a:r>
          </a:p>
          <a:p xmlns:a="http://schemas.openxmlformats.org/drawingml/2006/main">
            <a:pPr>
              <a:buNone/>
            </a:pPr>
            <a:r>
              <a:t>Bullet 2</a:t>
            </a:r>
          </a:p>
          <a:p xmlns:a="http://schemas.openxmlformats.org/drawingml/2006/main">
            <a:pPr>
              <a:buNone/>
            </a:pPr>
            <a:r>
              <a:t>Bullet 3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6705abd6c34c74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8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</a:t>
            </a:r>
            <a:r>
              <a:t>Section</a:t>
            </a:r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6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68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8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9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Image title</a:t>
            </a:r>
          </a:p>
          <a:p xmlns:a="http://schemas.openxmlformats.org/drawingml/2006/main">
            <a:pPr>
              <a:buNone/>
            </a:pPr>
            <a:r>
              <a:t>Explanation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Section</a:t>
            </a:r>
            <a:r>
              <a:t> | </a:t>
            </a:r>
            <a:r>
              <a:t>Section</a:t>
            </a:r>
            <a:r>
              <a:t> </a:t>
            </a:r>
            <a:r>
              <a:t>headline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6cfe92d3294d8b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104000" y="954000"/>
            <a:ext cx="4536000" cy="30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Add Image</a:t>
            </a:r>
          </a:p>
        </p:txBody>
      </p:sp>
      <p:sp>
        <p:nvSpPr>
          <p:cNvPr id="10" name="Titel 1">
            <a:extLst xmlns:a="http://schemas.openxmlformats.org/drawingml/2006/main"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12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73706" y="884479"/>
            <a:ext cx="3594238" cy="32714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 marL="0" indent="0"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2145cdd7254b7b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6133A6B-9193-48CF-8399-413B29B43B7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3" name="Inhaltsplatzhalter 2">
            <a:extLst xmlns:a="http://schemas.openxmlformats.org/drawingml/2006/main">
              <a:ext uri="{FF2B5EF4-FFF2-40B4-BE49-F238E27FC236}">
                <a16:creationId xmlns:a16="http://schemas.microsoft.com/office/drawing/2014/main" id="{9A9C4DF3-D61A-42C9-A0BA-09DA0FC4ABD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68000" y="918000"/>
            <a:ext cx="4104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Subline</a:t>
            </a:r>
            <a:r>
              <a:t> auf erster Ebene // für weitere Ebenen &gt;&gt; Menü &gt; Start &gt; Absatz &gt; Listenebene erhöhen </a:t>
            </a:r>
          </a:p>
          <a:p xmlns:a="http://schemas.openxmlformats.org/drawingml/2006/main">
            <a:pPr>
              <a:buNone/>
            </a:pPr>
            <a:r>
              <a:t>Zweite Ebene</a:t>
            </a:r>
          </a:p>
          <a:p xmlns:a="http://schemas.openxmlformats.org/drawingml/2006/main">
            <a:pPr>
              <a:buNone/>
            </a:pPr>
            <a:r>
              <a:t>Dritte Ebene</a:t>
            </a:r>
          </a:p>
          <a:p xmlns:a="http://schemas.openxmlformats.org/drawingml/2006/main">
            <a:pPr>
              <a:buNone/>
            </a:pPr>
            <a:r>
              <a:t>Vierte Ebene</a:t>
            </a:r>
          </a:p>
          <a:p xmlns:a="http://schemas.openxmlformats.org/drawingml/2006/main">
            <a:pPr>
              <a:buNone/>
            </a:pPr>
            <a:r>
              <a:t>Fünfte Ebene</a:t>
            </a:r>
          </a:p>
          <a:p xmlns:a="http://schemas.openxmlformats.org/drawingml/2006/main">
            <a:pPr>
              <a:buNone/>
            </a:pPr>
            <a:r>
              <a:t>Sechste Ebene</a:t>
            </a:r>
          </a:p>
          <a:p xmlns:a="http://schemas.openxmlformats.org/drawingml/2006/main">
            <a:pPr>
              <a:buNone/>
            </a:pPr>
            <a:r>
              <a:t>Siebte Ebene</a:t>
            </a:r>
          </a:p>
          <a:p xmlns:a="http://schemas.openxmlformats.org/drawingml/2006/main">
            <a:pPr>
              <a:buNone/>
            </a:pPr>
            <a:r>
              <a:t>Achte Ebene</a:t>
            </a:r>
          </a:p>
          <a:p xmlns:a="http://schemas.openxmlformats.org/drawingml/2006/main">
            <a:pPr>
              <a:buNone/>
            </a:pPr>
            <a:r>
              <a:t>Neunte Ebene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 | Chapter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Bildplatzhalter 4">
            <a:extLst xmlns:a="http://schemas.openxmlformats.org/drawingml/2006/main"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680000" y="954000"/>
            <a:ext cx="3960000" cy="264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0" name="Textplatzhalter 5">
            <a:extLst xmlns:a="http://schemas.openxmlformats.org/drawingml/2006/main"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680000" y="3708000"/>
            <a:ext cx="396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200"/>
              </a:lnSpc>
              <a:spcAft>
                <a:spcPts val="0"/>
              </a:spcAft>
              <a:buNone/>
              <a:defRPr sz="900"/>
            </a:lvl1pPr>
            <a:lvl2pPr>
              <a:lnSpc>
                <a:spcPts val="1200"/>
              </a:lnSpc>
              <a:spcAft>
                <a:spcPts val="0"/>
              </a:spcAft>
              <a:buNone/>
              <a:defRPr sz="900"/>
            </a:lvl2pPr>
            <a:lvl3pPr>
              <a:lnSpc>
                <a:spcPts val="1200"/>
              </a:lnSpc>
              <a:spcAft>
                <a:spcPts val="0"/>
              </a:spcAft>
              <a:buNone/>
              <a:defRPr sz="900"/>
            </a:lvl3pPr>
            <a:lvl4pPr>
              <a:lnSpc>
                <a:spcPts val="1200"/>
              </a:lnSpc>
              <a:spcAft>
                <a:spcPts val="0"/>
              </a:spcAft>
              <a:buNone/>
              <a:defRPr sz="900"/>
            </a:lvl4pPr>
            <a:lvl5pPr>
              <a:lnSpc>
                <a:spcPts val="1200"/>
              </a:lnSpc>
              <a:spcAft>
                <a:spcPts val="0"/>
              </a:spcAft>
              <a:buNone/>
              <a:defRPr sz="900"/>
            </a:lvl5pPr>
            <a:lvl6pPr>
              <a:lnSpc>
                <a:spcPts val="1200"/>
              </a:lnSpc>
              <a:spcAft>
                <a:spcPts val="0"/>
              </a:spcAft>
              <a:buNone/>
              <a:defRPr sz="900"/>
            </a:lvl6pPr>
            <a:lvl7pPr>
              <a:lnSpc>
                <a:spcPts val="1200"/>
              </a:lnSpc>
              <a:spcAft>
                <a:spcPts val="0"/>
              </a:spcAft>
              <a:buNone/>
              <a:defRPr sz="900"/>
            </a:lvl7pPr>
            <a:lvl8pPr>
              <a:lnSpc>
                <a:spcPts val="1200"/>
              </a:lnSpc>
              <a:spcAft>
                <a:spcPts val="0"/>
              </a:spcAft>
              <a:buNone/>
              <a:defRPr sz="900"/>
            </a:lvl8pPr>
            <a:lvl9pPr>
              <a:lnSpc>
                <a:spcPts val="1200"/>
              </a:lnSpc>
              <a:spcAft>
                <a:spcPts val="0"/>
              </a:spcAft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Bildunterzeile // für weitere Ebenen (Text)  &gt;&gt; Menü &gt; Start &gt; Absatz &gt; Listenebene erhöhen 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r>
              <a:t>Zweite Ebene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Vollbild durch klicken einfügen.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pic>
        <p:nvPicPr>
          <p:cNvPr id="6" name="Grafik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f091b33b304e9a">
            <a:alphaModFix amt="67000"/>
          </a:blip>
          <a:srcRect xmlns:a="http://schemas.openxmlformats.org/drawingml/2006/main" l="38349" t="-1686" r="-40434" b="1686"/>
          <a:stretch xmlns:a="http://schemas.openxmlformats.org/drawingml/2006/main"/>
        </p:blipFill>
        <p:spPr>
          <a:xfrm xmlns:a="http://schemas.openxmlformats.org/drawingml/2006/main">
            <a:off x="0" y="411510"/>
            <a:ext cx="2812691" cy="3981189"/>
          </a:xfrm>
          <a:prstGeom xmlns:a="http://schemas.openxmlformats.org/drawingml/2006/main" prst="rect">
            <a:avLst/>
          </a:prstGeom>
        </p:spPr>
      </p:pic>
      <p:sp>
        <p:nvSpPr>
          <p:cNvPr id="8" name="Titel 1">
            <a:extLst xmlns:a="http://schemas.openxmlformats.org/drawingml/2006/main"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619672" y="1744699"/>
            <a:ext cx="6892745" cy="16535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800" b="1" i="0">
                <a:solidFill>
                  <a:srgbClr val="1F3B51"/>
                </a:solidFill>
                <a:latin typeface="RubFlama"/>
                <a:ea typeface="RubFlama"/>
                <a:cs typeface="RubFlama"/>
              </a:defRPr>
            </a:lvl1pPr>
          </a:lstStyle>
          <a:p xmlns:a="http://schemas.openxmlformats.org/drawingml/2006/main">
            <a:r>
              <a:t>Thank you for your attention</a:t>
            </a:r>
          </a:p>
        </p:txBody>
      </p:sp>
      <p:sp>
        <p:nvSpPr>
          <p:cNvPr id="9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619672" y="1287000"/>
            <a:ext cx="68927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1800" b="0" i="0">
                <a:latin typeface="RubFlama"/>
                <a:ea typeface="RubFlama"/>
                <a:cs typeface="RubFlam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19672" y="3483149"/>
            <a:ext cx="6892745" cy="31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/>
                <a:ea typeface="RUB Scala MZ"/>
                <a:cs typeface="RUB Scala MZ"/>
              </a:defRPr>
            </a:lvl2pPr>
          </a:lstStyle>
          <a:p xmlns:a="http://schemas.openxmlformats.org/drawingml/2006/main">
            <a:pPr>
              <a:buNone/>
            </a:pPr>
            <a:r>
              <a:t>E-Mail - Autor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rafik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eef2c7c699431c">
            <a:alphaModFix amt="43000"/>
          </a:blip>
          <a:srcRect xmlns:a="http://schemas.openxmlformats.org/drawingml/2006/main" l="0" t="40753" r="42388" b="0"/>
          <a:stretch xmlns:a="http://schemas.openxmlformats.org/drawingml/2006/main"/>
        </p:blipFill>
        <p:spPr>
          <a:xfrm xmlns:a="http://schemas.openxmlformats.org/drawingml/2006/main">
            <a:off x="7092280" y="0"/>
            <a:ext cx="2051720" cy="2099460"/>
          </a:xfrm>
          <a:prstGeom xmlns:a="http://schemas.openxmlformats.org/drawingml/2006/main" prst="rect">
            <a:avLst/>
          </a:prstGeom>
        </p:spPr>
      </p:pic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071EF30C-6571-4D85-8A23-7A40754AC0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8000" y="396000"/>
            <a:ext cx="756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KAPITEL | CHART-HEADLINE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Titel | ggf. weitere Angaben</a:t>
            </a:r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5" name="Tabellenplatzhalter 4">
            <a:extLst xmlns:a="http://schemas.openxmlformats.org/drawingml/2006/main"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468000" y="918000"/>
            <a:ext cx="8172000" cy="336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Tabelle durch Klicken auf Symbol hinzufügen</a:t>
            </a:r>
          </a:p>
        </p:txBody>
      </p:sp>
      <p:sp>
        <p:nvSpPr>
          <p:cNvPr id="16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84A0104B-AA90-4DE7-ADAE-6959FBC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628800" y="1368000"/>
            <a:ext cx="2520800" cy="1527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Einfärbung einer Spalte/Zeile: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Entwurf / Tabellentools &gt; Schattierung &gt;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Die gewünschte Farbe aus den Designfarben auswählen</a:t>
            </a:r>
          </a:p>
        </p:txBody>
      </p:sp>
      <p:sp>
        <p:nvSpPr>
          <p:cNvPr id="10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431D1FFE-03BA-4520-A89B-CDD1BC7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1" name="Hilfslinien">
            <a:extLst xmlns:a="http://schemas.openxmlformats.org/drawingml/2006/main">
              <a:ext uri="{FF2B5EF4-FFF2-40B4-BE49-F238E27FC236}">
                <a16:creationId xmlns:a16="http://schemas.microsoft.com/office/drawing/2014/main" id="{38EA8585-E11F-4D10-9DAB-78E6756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Löschen einer Spalte/Zeile: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Spalte/Zeile: Layout &gt; Löschen &gt; Spalte bzw. Zeile löschen</a:t>
            </a:r>
          </a:p>
        </p:txBody>
      </p:sp>
      <p:sp>
        <p:nvSpPr>
          <p:cNvPr id="12" name="Fußzeile">
            <a:extLst xmlns:a="http://schemas.openxmlformats.org/drawingml/2006/main">
              <a:ext uri="{FF2B5EF4-FFF2-40B4-BE49-F238E27FC236}">
                <a16:creationId xmlns:a16="http://schemas.microsoft.com/office/drawing/2014/main" id="{4EFB3271-7B15-42ED-A704-B39FAED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13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6BCDAEA0-53BC-4E57-84CA-5C530F0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2952848" cy="104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einer Spalte/Zeile: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Markieren der Spalte/Zeile neben der eine weitere eingefügt werden soll: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 &gt; Hier die gewünschte Einfügeoption auswählen</a:t>
            </a:r>
          </a:p>
        </p:txBody>
      </p:sp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601C6536-F85A-4F88-8D7B-4180D35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Grafik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bb3b5827e04899"/>
          <a:srcRect xmlns:a="http://schemas.openxmlformats.org/drawingml/2006/main" l="0" t="0" r="0" b="4513"/>
          <a:stretch xmlns:a="http://schemas.openxmlformats.org/drawingml/2006/main"/>
        </p:blipFill>
        <p:spPr>
          <a:xfrm xmlns:a="http://schemas.openxmlformats.org/drawingml/2006/main">
            <a:off x="9252000" y="3327773"/>
            <a:ext cx="2067213" cy="864158"/>
          </a:xfrm>
          <a:prstGeom xmlns:a="http://schemas.openxmlformats.org/drawingml/2006/main" prst="rect">
            <a:avLst/>
          </a:prstGeom>
        </p:spPr>
      </p:pic>
      <p:pic>
        <p:nvPicPr>
          <p:cNvPr id="23" name="Grafik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69441d69547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75cbc34c9a041c6" /><Relationship Type="http://schemas.openxmlformats.org/officeDocument/2006/relationships/image" Target="/ppt/media/image2.png" Id="Rdfedd3f515e7404a" /><Relationship Type="http://schemas.openxmlformats.org/officeDocument/2006/relationships/image" Target="/ppt/media/image3.png" Id="Rfa6ff089494448c3" /><Relationship Type="http://schemas.openxmlformats.org/officeDocument/2006/relationships/theme" Target="/ppt/slideMasters/theme/theme2.xml" Id="R67fa00fc54e84caa" /><Relationship Type="http://schemas.openxmlformats.org/officeDocument/2006/relationships/slideLayout" Target="/ppt/slideLayouts/slideLayout1.xml" Id="Ra822b3d2961b4e8e" /><Relationship Type="http://schemas.openxmlformats.org/officeDocument/2006/relationships/slideLayout" Target="/ppt/slideLayouts/slideLayout2.xml" Id="R28bc8bd617d64edb" /><Relationship Type="http://schemas.openxmlformats.org/officeDocument/2006/relationships/slideLayout" Target="/ppt/slideLayouts/slideLayout3.xml" Id="Ra8ef48198c834dfa" /><Relationship Type="http://schemas.openxmlformats.org/officeDocument/2006/relationships/slideLayout" Target="/ppt/slideLayouts/slideLayout4.xml" Id="R4ada1ac7716c4869" /><Relationship Type="http://schemas.openxmlformats.org/officeDocument/2006/relationships/slideLayout" Target="/ppt/slideLayouts/slideLayout5.xml" Id="Rdb8e8fc20ada4b8f" /><Relationship Type="http://schemas.openxmlformats.org/officeDocument/2006/relationships/slideLayout" Target="/ppt/slideLayouts/slideLayout6.xml" Id="Rc1b80aa0ef004eb9" /><Relationship Type="http://schemas.openxmlformats.org/officeDocument/2006/relationships/slideLayout" Target="/ppt/slideLayouts/slideLayout7.xml" Id="R295bd92d367b4c38" /><Relationship Type="http://schemas.openxmlformats.org/officeDocument/2006/relationships/slideLayout" Target="/ppt/slideLayouts/slideLayout8.xml" Id="R44ba6cd402ba4ce0" /><Relationship Type="http://schemas.openxmlformats.org/officeDocument/2006/relationships/slideLayout" Target="/ppt/slideLayouts/slideLayout9.xml" Id="R0bd22f7e4e384ca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084E6E-87EC-453D-8D0D-01F7307AC2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000" y="5524114"/>
            <a:ext cx="4284008" cy="1799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C155225E-3E77-468E-8E84-EA2B43EE92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20000" y="4752000"/>
            <a:ext cx="6300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Titel | ggf. weitere Angaben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E33D739-24BA-448F-9B02-F6865BE396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24000" y="4752000"/>
            <a:ext cx="252000" cy="1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6C8FC03C-C266-4645-ABC5-645062898383}" type="slidenum">
              <a:t>‹Nr.›</a:t>
            </a:fld>
            <a:fld id="{D6C92596-E737-FF90-EBB5-6AFD01EC4D29}" type="slidenum">
              <a:t> </a:t>
            </a:fld>
          </a:p>
        </p:txBody>
      </p:sp>
      <p:sp>
        <p:nvSpPr>
          <p:cNvPr id="12" name="Text // Listenebene erhöhen">
            <a:extLst xmlns:a="http://schemas.openxmlformats.org/drawingml/2006/main">
              <a:ext uri="{FF2B5EF4-FFF2-40B4-BE49-F238E27FC236}">
                <a16:creationId xmlns:a16="http://schemas.microsoft.com/office/drawing/2014/main" id="{B279534A-6284-4816-9FC6-0A269AE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2787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erhöhen</a:t>
            </a:r>
          </a:p>
        </p:txBody>
      </p:sp>
      <p:sp>
        <p:nvSpPr>
          <p:cNvPr id="13" name="Text // Listenebene verringern">
            <a:extLst xmlns:a="http://schemas.openxmlformats.org/drawingml/2006/main">
              <a:ext uri="{FF2B5EF4-FFF2-40B4-BE49-F238E27FC236}">
                <a16:creationId xmlns:a16="http://schemas.microsoft.com/office/drawing/2014/main" id="{AA49A3BC-02A0-4E20-B254-3CB2D305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016000" y="3291874"/>
            <a:ext cx="93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verringern</a:t>
            </a:r>
          </a:p>
        </p:txBody>
      </p:sp>
      <p:sp>
        <p:nvSpPr>
          <p:cNvPr id="25" name="Listenebenen">
            <a:extLst xmlns:a="http://schemas.openxmlformats.org/drawingml/2006/main">
              <a:ext uri="{FF2B5EF4-FFF2-40B4-BE49-F238E27FC236}">
                <a16:creationId xmlns:a16="http://schemas.microsoft.com/office/drawing/2014/main" id="{70744F5C-E249-4D41-9B61-6A2656CD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-2088000" y="1368000"/>
            <a:ext cx="19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Listen erstellen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Wechseln Sie die Textebene</a:t>
            </a:r>
          </a:p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 </a:t>
            </a:r>
            <a:br/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Absatz &gt; Listenebene erhöhen/verringern</a:t>
            </a:r>
          </a:p>
        </p:txBody>
      </p:sp>
      <p:pic>
        <p:nvPicPr>
          <p:cNvPr id="26" name="Bild // Listenebene verringe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cbc34c9a0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3291874"/>
            <a:ext cx="855360" cy="396000"/>
          </a:xfrm>
          <a:prstGeom xmlns:a="http://schemas.openxmlformats.org/drawingml/2006/main" prst="rect">
            <a:avLst/>
          </a:prstGeom>
        </p:spPr>
      </p:pic>
      <p:pic>
        <p:nvPicPr>
          <p:cNvPr id="27" name="Bild // Listenebene erhöh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dd3f515e7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963360" y="2787874"/>
            <a:ext cx="855360" cy="396000"/>
          </a:xfrm>
          <a:prstGeom xmlns:a="http://schemas.openxmlformats.org/drawingml/2006/main" prst="rect">
            <a:avLst/>
          </a:prstGeom>
        </p:spPr>
      </p:pic>
      <p:sp>
        <p:nvSpPr>
          <p:cNvPr id="14" name="Zurücksetzen">
            <a:extLst xmlns:a="http://schemas.openxmlformats.org/drawingml/2006/main">
              <a:ext uri="{FF2B5EF4-FFF2-40B4-BE49-F238E27FC236}">
                <a16:creationId xmlns:a16="http://schemas.microsoft.com/office/drawing/2014/main" id="{2AD74C52-3386-4233-9C00-90C5371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648000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Folie in Ursprungsform 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bringen über Menü:</a:t>
            </a:r>
          </a:p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Zurücksetzen</a:t>
            </a:r>
          </a:p>
        </p:txBody>
      </p:sp>
      <p:sp>
        <p:nvSpPr>
          <p:cNvPr id="15" name="Hilfslinien">
            <a:extLst xmlns:a="http://schemas.openxmlformats.org/drawingml/2006/main">
              <a:ext uri="{FF2B5EF4-FFF2-40B4-BE49-F238E27FC236}">
                <a16:creationId xmlns:a16="http://schemas.microsoft.com/office/drawing/2014/main" id="{0B19B077-6DD2-4E56-9808-9D8F89C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1" y="-468000"/>
            <a:ext cx="82804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Hilfslinien anzeigen über Menü: </a:t>
            </a:r>
            <a:r>
              <a:rPr sz="1200" b="1" i="0" u="none" cap="none" spc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Ansicht &gt; Anzeigen &gt; Haken bei Führungslinien setzen</a:t>
            </a:r>
          </a:p>
        </p:txBody>
      </p:sp>
      <p:sp>
        <p:nvSpPr>
          <p:cNvPr id="16" name="Fußzeile">
            <a:extLst xmlns:a="http://schemas.openxmlformats.org/drawingml/2006/main">
              <a:ext uri="{FF2B5EF4-FFF2-40B4-BE49-F238E27FC236}">
                <a16:creationId xmlns:a16="http://schemas.microsoft.com/office/drawing/2014/main" id="{118FFE17-C7D9-49CC-B461-A91BE2C9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431800" y="5255998"/>
            <a:ext cx="8280400" cy="36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Fußzeile anpassen: </a:t>
            </a: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Einfügen &gt; Text &gt; Kopf- und Fußzeile</a:t>
            </a:r>
          </a:p>
        </p:txBody>
      </p:sp>
      <p:sp>
        <p:nvSpPr>
          <p:cNvPr id="30" name="Layoutwechsel">
            <a:extLst xmlns:a="http://schemas.openxmlformats.org/drawingml/2006/main">
              <a:ext uri="{FF2B5EF4-FFF2-40B4-BE49-F238E27FC236}">
                <a16:creationId xmlns:a16="http://schemas.microsoft.com/office/drawing/2014/main" id="{2C97735D-B3D5-4DA1-8F72-E3DAC0BF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9252000" y="2283786"/>
            <a:ext cx="1944000" cy="6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152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305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6458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86112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07640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129168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50696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72224" algn="l">
              <a:buNone/>
              <a:defRPr sz="2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Wechsel des Folienlayouts </a:t>
            </a:r>
            <a:br/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im Menü über: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 &gt; Folien &gt; Layout</a:t>
            </a:r>
          </a:p>
        </p:txBody>
      </p:sp>
      <p:sp>
        <p:nvSpPr>
          <p:cNvPr id="17" name="Gerader Verbinder 16">
            <a:extLst xmlns:a="http://schemas.openxmlformats.org/drawingml/2006/main">
              <a:ext uri="{FF2B5EF4-FFF2-40B4-BE49-F238E27FC236}">
                <a16:creationId xmlns:a16="http://schemas.microsoft.com/office/drawing/2014/main" id="{3378EE25-A58A-456D-86A0-3797150A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5600"/>
            <a:ext cx="9144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3" name="Grafik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ff089494448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714" y="4571638"/>
            <a:ext cx="1089286" cy="45617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2b3d2961b4e8e"/>
    <p:sldLayoutId xmlns:r="http://schemas.openxmlformats.org/officeDocument/2006/relationships" id="2147483650" r:id="R28bc8bd617d64edb"/>
    <p:sldLayoutId xmlns:r="http://schemas.openxmlformats.org/officeDocument/2006/relationships" id="2147483651" r:id="Ra8ef48198c834dfa"/>
    <p:sldLayoutId xmlns:r="http://schemas.openxmlformats.org/officeDocument/2006/relationships" id="2147483652" r:id="R4ada1ac7716c4869"/>
    <p:sldLayoutId xmlns:r="http://schemas.openxmlformats.org/officeDocument/2006/relationships" id="2147483653" r:id="Rdb8e8fc20ada4b8f"/>
    <p:sldLayoutId xmlns:r="http://schemas.openxmlformats.org/officeDocument/2006/relationships" id="2147483654" r:id="Rc1b80aa0ef004eb9"/>
    <p:sldLayoutId xmlns:r="http://schemas.openxmlformats.org/officeDocument/2006/relationships" id="2147483655" r:id="R295bd92d367b4c38"/>
    <p:sldLayoutId xmlns:r="http://schemas.openxmlformats.org/officeDocument/2006/relationships" id="2147483656" r:id="R44ba6cd402ba4ce0"/>
    <p:sldLayoutId xmlns:r="http://schemas.openxmlformats.org/officeDocument/2006/relationships" id="2147483657" r:id="R0bd22f7e4e384cad"/>
  </p:sldLayoutIdLst>
  <p:hf hdr="0" dt="0"/>
  <p:txStyles>
    <p:titleStyle>
      <a:lvl1pPr xmlns:a="http://schemas.openxmlformats.org/drawingml/2006/main" marL="0" indent="0" algn="l">
        <a:lnSpc>
          <a:spcPct val="100000"/>
        </a:lnSpc>
        <a:spcBef>
          <a:spcPts val="0"/>
        </a:spcBef>
        <a:buNone/>
        <a:defRPr sz="2700" b="1">
          <a:solidFill>
            <a:schemeClr val="tx2"/>
          </a:solidFill>
          <a:latin typeface="RubFlama"/>
          <a:ea typeface="RubFlama"/>
          <a:cs typeface="RubFlama"/>
        </a:defRPr>
      </a:lvl1pPr>
    </p:titleStyle>
    <p:bodyStyle>
      <a:lvl1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1200"/>
        </a:spcAft>
        <a:buNone/>
        <a:defRPr sz="1500" b="1">
          <a:solidFill>
            <a:schemeClr val="tx2"/>
          </a:solidFill>
          <a:latin typeface="RUB Scala MZ"/>
          <a:ea typeface="RUB Scala MZ"/>
          <a:cs typeface="RUB Scala MZ"/>
        </a:defRPr>
      </a:lvl1pPr>
      <a:lvl2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2pPr>
      <a:lvl3pPr xmlns:a="http://schemas.openxmlformats.org/drawingml/2006/main" marL="234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3pPr>
      <a:lvl4pPr xmlns:a="http://schemas.openxmlformats.org/drawingml/2006/main" marL="468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4pPr>
      <a:lvl5pPr xmlns:a="http://schemas.openxmlformats.org/drawingml/2006/main" marL="702000" indent="-234000" algn="l">
        <a:lnSpc>
          <a:spcPts val="1800"/>
        </a:lnSpc>
        <a:spcBef>
          <a:spcPts val="0"/>
        </a:spcBef>
        <a:spcAft>
          <a:spcPts val="600"/>
        </a:spcAft>
        <a:buChar char="§"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5pPr>
      <a:lvl6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6pPr>
      <a:lvl7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7pPr>
      <a:lvl8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8pPr>
      <a:lvl9pPr xmlns:a="http://schemas.openxmlformats.org/drawingml/2006/main" marL="0" indent="0" algn="l">
        <a:lnSpc>
          <a:spcPts val="1800"/>
        </a:lnSpc>
        <a:spcBef>
          <a:spcPts val="0"/>
        </a:spcBef>
        <a:spcAft>
          <a:spcPts val="600"/>
        </a:spcAft>
        <a:buNone/>
        <a:defRPr sz="1500">
          <a:solidFill>
            <a:schemeClr val="tx2"/>
          </a:solidFill>
          <a:latin typeface="RUB Scala MZ"/>
          <a:ea typeface="RUB Scala MZ"/>
          <a:cs typeface="RUB Scala MZ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4e2cb407940d2" /><Relationship Type="http://schemas.openxmlformats.org/officeDocument/2006/relationships/image" Target="/ppt/media/image9.png" Id="R2cd57b23ccc74ab3" /><Relationship Type="http://schemas.openxmlformats.org/officeDocument/2006/relationships/notesSlide" Target="/ppt/notesSlides/notesSlide1.xml" Id="R7e74e1927c9e4c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57b23ccc74ab3"/>
          <a:stretch xmlns:a="http://schemas.openxmlformats.org/drawingml/2006/main"/>
        </p:blipFill>
        <p:spPr>
          <a:xfrm xmlns:a="http://schemas.openxmlformats.org/drawingml/2006/main">
            <a:off x="952500" y="952500"/>
            <a:ext cx="1333500" cy="133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80225"/>
      </p:ext>
    </p:extLst>
  </p:cSld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2026-06-12T20:35:57.4860000Z</dcterms:created>
  <dcterms:modified xsi:type="dcterms:W3CDTF">2026-06-12T20:35:57.4860000Z</dcterms:modified>
</coreProperties>
</file>