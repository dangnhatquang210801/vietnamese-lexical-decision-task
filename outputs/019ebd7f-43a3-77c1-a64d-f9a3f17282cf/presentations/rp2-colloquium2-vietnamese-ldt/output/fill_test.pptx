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3ac5c371340a8" /><Relationship Type="http://schemas.openxmlformats.org/officeDocument/2006/relationships/extended-properties" Target="/docProps/app.xml" Id="Reef3b148159542b8" /><Relationship Type="http://schemas.openxmlformats.org/officeDocument/2006/relationships/officeDocument" Target="/ppt/presentation.xml" Id="R2b36f8fdc86741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4beeb1251347fd"/>
  </p:sldMasterIdLst>
  <p:notesMasterIdLst>
    <p:notesMasterId xmlns:r="http://schemas.openxmlformats.org/officeDocument/2006/relationships" r:id="Rf09a3ae7a22540c8"/>
  </p:notesMasterIdLst>
  <p:sldIdLst>
    <p:sldId xmlns:r="http://schemas.openxmlformats.org/officeDocument/2006/relationships" id="256" r:id="R89f03ffcae89489f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cd36ab60374518" /><Relationship Type="http://schemas.openxmlformats.org/officeDocument/2006/relationships/slideMaster" Target="/ppt/slideMasters/slideMaster1.xml" Id="R1e4beeb1251347fd" /><Relationship Type="http://schemas.openxmlformats.org/officeDocument/2006/relationships/notesMaster" Target="/ppt/notesMasters/notesMaster1.xml" Id="Rf09a3ae7a22540c8" /><Relationship Type="http://schemas.openxmlformats.org/officeDocument/2006/relationships/presProps" Target="/ppt/presProps.xml" Id="R76b2fa71d9924629" /><Relationship Type="http://schemas.openxmlformats.org/officeDocument/2006/relationships/viewProps" Target="/ppt/viewProps.xml" Id="Ra9ea112543284e74" /><Relationship Type="http://schemas.openxmlformats.org/officeDocument/2006/relationships/tableStyles" Target="/ppt/tableStyles.xml" Id="R3231f0cccc184957" /><Relationship Type="http://schemas.openxmlformats.org/officeDocument/2006/relationships/slide" Target="/ppt/slides/slide1.xml" Id="R89f03ffcae89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abc12acf6c49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26f2071db48af" /><Relationship Type="http://schemas.openxmlformats.org/officeDocument/2006/relationships/notesMaster" Target="/ppt/notesMasters/notesMaster1.xml" Id="R993c5ea702f44d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fill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dc9eed7ed44cf" /><Relationship Type="http://schemas.openxmlformats.org/officeDocument/2006/relationships/image" Target="/ppt/media/image4.png" Id="Ra68edddcc90c40d5" /><Relationship Type="http://schemas.openxmlformats.org/officeDocument/2006/relationships/image" Target="/ppt/media/image3.png" Id="Rb568f2212bb343d9" /><Relationship Type="http://schemas.openxmlformats.org/officeDocument/2006/relationships/image" Target="/ppt/media/image5.png" Id="R9a7180380a4946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29b58edcf143c9" /><Relationship Type="http://schemas.openxmlformats.org/officeDocument/2006/relationships/image" Target="/ppt/media/image6.png" Id="R304abcf2731040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bb2043169487c" /><Relationship Type="http://schemas.openxmlformats.org/officeDocument/2006/relationships/image" Target="/ppt/media/image7.png" Id="R2e986f3547b142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b702421b4407f" /><Relationship Type="http://schemas.openxmlformats.org/officeDocument/2006/relationships/image" Target="/ppt/media/image7.png" Id="Ra02ea7e035c243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d3218d6984008" /><Relationship Type="http://schemas.openxmlformats.org/officeDocument/2006/relationships/image" Target="/ppt/media/image7.png" Id="Rb2f4940df9784c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f61063653403a" /><Relationship Type="http://schemas.openxmlformats.org/officeDocument/2006/relationships/image" Target="/ppt/media/image7.png" Id="R2f22577383214e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c18bc37004b6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aa8dc74da423c" /><Relationship Type="http://schemas.openxmlformats.org/officeDocument/2006/relationships/image" Target="/ppt/media/image4.png" Id="R4f05df596f75482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5c0807eef44ae" /><Relationship Type="http://schemas.openxmlformats.org/officeDocument/2006/relationships/image" Target="/ppt/media/image7.png" Id="Rf84db874829247e4" /><Relationship Type="http://schemas.openxmlformats.org/officeDocument/2006/relationships/image" Target="/ppt/media/image8.png" Id="Rae45f21986a14a17" /><Relationship Type="http://schemas.openxmlformats.org/officeDocument/2006/relationships/image" Target="/ppt/media/image3.png" Id="Rc687a02c865d42b0" /></Relationships>
</file>

<file path=ppt/slideLayouts/slideLayout1.xml><?xml version="1.0" encoding="utf-8"?>
<p:sldLayout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696ABBC-6476-4B36-93EE-3E9C780D20E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74557" y="2841830"/>
            <a:ext cx="6408712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  <a:latin typeface="RUB Scala MZ"/>
                <a:ea typeface="RUB Scala MZ"/>
                <a:cs typeface="RUB Scala MZ"/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Subtitle</a:t>
            </a:r>
            <a:r>
              <a:t> / </a:t>
            </a:r>
            <a:r>
              <a:t>Author</a:t>
            </a:r>
          </a:p>
        </p:txBody>
      </p:sp>
      <p:sp>
        <p:nvSpPr>
          <p:cNvPr id="23" name="Titel 22">
            <a:extLst xmlns:a="http://schemas.openxmlformats.org/drawingml/2006/main"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4556" y="1662477"/>
            <a:ext cx="6408711" cy="1168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4000" b="1" cap="all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Mastertitelformat bearbeiten</a:t>
            </a: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8edddcc90c40d5"/>
          <a:srcRect xmlns:a="http://schemas.openxmlformats.org/drawingml/2006/main" l="0" t="0" r="28060" b="0"/>
          <a:stretch xmlns:a="http://schemas.openxmlformats.org/drawingml/2006/main"/>
        </p:blipFill>
        <p:spPr>
          <a:xfrm xmlns:a="http://schemas.openxmlformats.org/drawingml/2006/main">
            <a:off x="6876256" y="366333"/>
            <a:ext cx="2267744" cy="4554850"/>
          </a:xfrm>
          <a:prstGeom xmlns:a="http://schemas.openxmlformats.org/drawingml/2006/main" prst="rect">
            <a:avLst/>
          </a:prstGeom>
        </p:spPr>
      </p:pic>
      <p:pic>
        <p:nvPicPr>
          <p:cNvPr id="25" name="Grafik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8f2212bb343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57" y="4380649"/>
            <a:ext cx="1089286" cy="456175"/>
          </a:xfrm>
          <a:prstGeom xmlns:a="http://schemas.openxmlformats.org/drawingml/2006/main" prst="rect">
            <a:avLst/>
          </a:prstGeom>
        </p:spPr>
      </p:pic>
      <p:pic>
        <p:nvPicPr>
          <p:cNvPr id="26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180380a4946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54521" y="4306028"/>
            <a:ext cx="1089287" cy="604355"/>
          </a:xfrm>
          <a:prstGeom xmlns:a="http://schemas.openxmlformats.org/drawingml/2006/main" prst="rect">
            <a:avLst/>
          </a:prstGeom>
        </p:spPr>
      </p:pic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C6FF916D-1E24-9147-B308-6EF1EA4407D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74556" y="1334851"/>
            <a:ext cx="3455988" cy="2841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Type </a:t>
            </a:r>
            <a:r>
              <a:t>of</a:t>
            </a:r>
            <a:r>
              <a:t> </a:t>
            </a:r>
            <a:r>
              <a:t>presentation</a:t>
            </a:r>
            <a:r>
              <a:t> / Place</a:t>
            </a:r>
          </a:p>
        </p:txBody>
      </p:sp>
      <p:sp>
        <p:nvSpPr>
          <p:cNvPr id="19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598C9846-10EA-584E-9393-A7E61E5FE5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74663" y="3147814"/>
            <a:ext cx="6408737" cy="324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abcf2731040ed">
            <a:alphaModFix amt="2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40469">
            <a:off x="823" y="703030"/>
            <a:ext cx="2123715" cy="2416642"/>
          </a:xfrm>
          <a:prstGeom xmlns:a="http://schemas.openxmlformats.org/drawingml/2006/main" prst="rect">
            <a:avLst/>
          </a:prstGeom>
        </p:spPr>
      </p:pic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F083213E-F681-402B-9C0A-712A04DFFD4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499992" y="503998"/>
            <a:ext cx="4320008" cy="3780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6126DC0A-0CAB-AB43-BA9F-FC6891F536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4000" y="1203598"/>
            <a:ext cx="1727720" cy="1512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986f3547b14201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35AFD21E-93DF-EF44-A4EC-A8CC429A71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005358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1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474D2A3-CE0A-4E44-8F36-1E3F1FDB726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7632392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</a:t>
            </a:r>
            <a:r>
              <a:t>first</a:t>
            </a:r>
            <a:r>
              <a:t> </a:t>
            </a:r>
            <a:r>
              <a:t>level</a:t>
            </a:r>
          </a:p>
          <a:p xmlns:a="http://schemas.openxmlformats.org/drawingml/2006/main">
            <a:pPr>
              <a:buNone/>
            </a:pPr>
            <a:r>
              <a:t>Text</a:t>
            </a:r>
          </a:p>
          <a:p xmlns:a="http://schemas.openxmlformats.org/drawingml/2006/main">
            <a:pPr>
              <a:buNone/>
            </a:pPr>
            <a:r>
              <a:t>Bullet 1</a:t>
            </a:r>
          </a:p>
          <a:p xmlns:a="http://schemas.openxmlformats.org/drawingml/2006/main">
            <a:pPr>
              <a:buNone/>
            </a:pPr>
            <a:r>
              <a:t>Bullet 2</a:t>
            </a:r>
          </a:p>
          <a:p xmlns:a="http://schemas.openxmlformats.org/drawingml/2006/main">
            <a:pPr>
              <a:buNone/>
            </a:pPr>
            <a:r>
              <a:t>Bullet 3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2ea7e035c24316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8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6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8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8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9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| </a:t>
            </a:r>
            <a:r>
              <a:t>Section</a:t>
            </a:r>
            <a:r>
              <a:t> </a:t>
            </a:r>
            <a:r>
              <a:t>headline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f4940df9784c80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104000" y="954000"/>
            <a:ext cx="4536000" cy="30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1A8D6956-691E-E04E-8C15-E1B520BBF9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2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C0A025C-8C18-BDCA-6D1D-0392EE474B4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73706" y="884479"/>
            <a:ext cx="3594238" cy="32714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22577383214e6e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909F24F6-6698-46CD-96FB-0F3025714A4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825D0316-41CE-450E-9FB6-A34F4B38EC72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4104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Chapter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0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Bildunterzeile // für weitere Ebenen (Text)  &gt;&gt; Menü &gt; Start &gt; Absatz &gt; Listenebene erhöhen 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Zweite Ebene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9144000" cy="51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Vollbild durch klicken einfügen.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pic>
        <p:nvPicPr>
          <p:cNvPr id="6" name="Grafik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05df596f75482b">
            <a:alphaModFix amt="67000"/>
          </a:blip>
          <a:srcRect xmlns:a="http://schemas.openxmlformats.org/drawingml/2006/main" l="38349" t="-1686" r="-40434" b="1686"/>
          <a:stretch xmlns:a="http://schemas.openxmlformats.org/drawingml/2006/main"/>
        </p:blipFill>
        <p:spPr>
          <a:xfrm xmlns:a="http://schemas.openxmlformats.org/drawingml/2006/main">
            <a:off x="0" y="411510"/>
            <a:ext cx="2812691" cy="3981189"/>
          </a:xfrm>
          <a:prstGeom xmlns:a="http://schemas.openxmlformats.org/drawingml/2006/main" prst="rect">
            <a:avLst/>
          </a:prstGeom>
        </p:spPr>
      </p:pic>
      <p:sp>
        <p:nvSpPr>
          <p:cNvPr id="8" name="Titel 1">
            <a:extLst xmlns:a="http://schemas.openxmlformats.org/drawingml/2006/main">
              <a:ext uri="{FF2B5EF4-FFF2-40B4-BE49-F238E27FC236}">
                <a16:creationId xmlns:a16="http://schemas.microsoft.com/office/drawing/2014/main" id="{3B9F49EF-43AE-7A4F-B85A-0880A386201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9672" y="1744699"/>
            <a:ext cx="6892745" cy="16535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800" b="1" i="0">
                <a:solidFill>
                  <a:srgbClr val="1F3B51"/>
                </a:solidFill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r>
              <a:t>Thank you for your attention</a:t>
            </a:r>
          </a:p>
        </p:txBody>
      </p:sp>
      <p:sp>
        <p:nvSpPr>
          <p:cNvPr id="9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62B29B8-A8FA-1C45-AD65-779582E09F3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619672" y="1287000"/>
            <a:ext cx="689274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1800" b="0" i="0">
                <a:latin typeface="RubFlama"/>
                <a:ea typeface="RubFlama"/>
                <a:cs typeface="RubFlam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1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B6DFADE-29F8-914E-9FD9-E144A4C9CD1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619672" y="3483149"/>
            <a:ext cx="6892745" cy="31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2pPr marL="457200" indent="0" algn="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RUB Scala MZ"/>
                <a:ea typeface="RUB Scala MZ"/>
                <a:cs typeface="RUB Scala MZ"/>
              </a:defRPr>
            </a:lvl2pPr>
          </a:lstStyle>
          <a:p xmlns:a="http://schemas.openxmlformats.org/drawingml/2006/main">
            <a:pPr>
              <a:buNone/>
            </a:pPr>
            <a:r>
              <a:t>E-Mail - Autor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4db874829247e4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9C1794AA-A9AE-4E54-9437-64B4DC767F0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Tabellenplatzhalter 4">
            <a:extLst xmlns:a="http://schemas.openxmlformats.org/drawingml/2006/main"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xmlns:a="http://schemas.openxmlformats.org/drawingml/2006/main" noGrp="1"/>
          </p:cNvSpPr>
          <p:nvPr>
            <p:ph type="tbl" idx="13"/>
          </p:nvPr>
        </p:nvSpPr>
        <p:spPr>
          <a:xfrm xmlns:a="http://schemas.openxmlformats.org/drawingml/2006/main">
            <a:off x="468000" y="918000"/>
            <a:ext cx="8172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Tabelle durch Klicken auf Symbol hinzufügen</a:t>
            </a:r>
          </a:p>
        </p:txBody>
      </p:sp>
      <p:sp>
        <p:nvSpPr>
          <p:cNvPr id="16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84A0104B-AA90-4DE7-ADAE-6959FBC1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628800" y="1368000"/>
            <a:ext cx="2520800" cy="1527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Einfärbung einer Spalte/Zeile: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Entwurf / Tabellentools &gt; Schattierung &gt;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Die gewünschte Farbe aus den Designfarben auswählen</a:t>
            </a:r>
          </a:p>
        </p:txBody>
      </p:sp>
      <p:sp>
        <p:nvSpPr>
          <p:cNvPr id="10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431D1FFE-03BA-4520-A89B-CDD1BC7E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1" name="Hilfslinien">
            <a:extLst xmlns:a="http://schemas.openxmlformats.org/drawingml/2006/main">
              <a:ext uri="{FF2B5EF4-FFF2-40B4-BE49-F238E27FC236}">
                <a16:creationId xmlns:a16="http://schemas.microsoft.com/office/drawing/2014/main" id="{38EA8585-E11F-4D10-9DAB-78E6756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Löschen einer Spalte/Zeile: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 Layout &gt; Löschen &gt; Spalte bzw. Zeile löschen</a:t>
            </a:r>
          </a:p>
        </p:txBody>
      </p:sp>
      <p:sp>
        <p:nvSpPr>
          <p:cNvPr id="12" name="Fußzeile">
            <a:extLst xmlns:a="http://schemas.openxmlformats.org/drawingml/2006/main">
              <a:ext uri="{FF2B5EF4-FFF2-40B4-BE49-F238E27FC236}">
                <a16:creationId xmlns:a16="http://schemas.microsoft.com/office/drawing/2014/main" id="{4EFB3271-7B15-42ED-A704-B39FAEDC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13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6BCDAEA0-53BC-4E57-84CA-5C530F05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2952848" cy="104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einer Spalte/Zeile: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 neben der eine weitere eingefügt werden soll: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Layout &gt; Hier die gewünschte Einfügeoption auswählen</a:t>
            </a:r>
          </a:p>
        </p:txBody>
      </p:sp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6245738E-43A0-4658-8DDB-7F62EA38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Grafik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45f21986a14a17"/>
          <a:srcRect xmlns:a="http://schemas.openxmlformats.org/drawingml/2006/main" l="0" t="0" r="0" b="4513"/>
          <a:stretch xmlns:a="http://schemas.openxmlformats.org/drawingml/2006/main"/>
        </p:blipFill>
        <p:spPr>
          <a:xfrm xmlns:a="http://schemas.openxmlformats.org/drawingml/2006/main">
            <a:off x="9252000" y="3327773"/>
            <a:ext cx="2067213" cy="864158"/>
          </a:xfrm>
          <a:prstGeom xmlns:a="http://schemas.openxmlformats.org/drawingml/2006/main" prst="rect">
            <a:avLst/>
          </a:prstGeom>
        </p:spPr>
      </p:pic>
      <p:pic>
        <p:nvPicPr>
          <p:cNvPr id="23" name="Grafik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7a02c865d42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89188a6b6784ba3" /><Relationship Type="http://schemas.openxmlformats.org/officeDocument/2006/relationships/image" Target="/ppt/media/image2.png" Id="Rb8460bd7edbb42dc" /><Relationship Type="http://schemas.openxmlformats.org/officeDocument/2006/relationships/image" Target="/ppt/media/image3.png" Id="R2e915d4c4e6440f9" /><Relationship Type="http://schemas.openxmlformats.org/officeDocument/2006/relationships/theme" Target="/ppt/slideMasters/theme/theme2.xml" Id="Ra9011d2311334d4d" /><Relationship Type="http://schemas.openxmlformats.org/officeDocument/2006/relationships/slideLayout" Target="/ppt/slideLayouts/slideLayout1.xml" Id="R668a3276134346d1" /><Relationship Type="http://schemas.openxmlformats.org/officeDocument/2006/relationships/slideLayout" Target="/ppt/slideLayouts/slideLayout2.xml" Id="R5dbd3b4748534b64" /><Relationship Type="http://schemas.openxmlformats.org/officeDocument/2006/relationships/slideLayout" Target="/ppt/slideLayouts/slideLayout3.xml" Id="Rc676fa1f294747f8" /><Relationship Type="http://schemas.openxmlformats.org/officeDocument/2006/relationships/slideLayout" Target="/ppt/slideLayouts/slideLayout4.xml" Id="Rca816a77d6e44519" /><Relationship Type="http://schemas.openxmlformats.org/officeDocument/2006/relationships/slideLayout" Target="/ppt/slideLayouts/slideLayout5.xml" Id="Rd6e1ee13a32c47c4" /><Relationship Type="http://schemas.openxmlformats.org/officeDocument/2006/relationships/slideLayout" Target="/ppt/slideLayouts/slideLayout6.xml" Id="R6246de975da44957" /><Relationship Type="http://schemas.openxmlformats.org/officeDocument/2006/relationships/slideLayout" Target="/ppt/slideLayouts/slideLayout7.xml" Id="R562718f187a441cb" /><Relationship Type="http://schemas.openxmlformats.org/officeDocument/2006/relationships/slideLayout" Target="/ppt/slideLayouts/slideLayout8.xml" Id="R727cdb309efa4ecd" /><Relationship Type="http://schemas.openxmlformats.org/officeDocument/2006/relationships/slideLayout" Target="/ppt/slideLayouts/slideLayout9.xml" Id="Rd0e404e2a1ac492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BDE11674-8436-470F-85DA-E8A5227B815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0000" y="5524114"/>
            <a:ext cx="4284008" cy="1799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1AAE181-F9FF-4BCC-8696-CF3CA2FFD42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20000" y="4752000"/>
            <a:ext cx="6300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Titel | ggf. weitere Angaben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BABEC07-4DA5-4926-AFA5-3E1B04DC44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24000" y="4752000"/>
            <a:ext cx="252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2" name="Text // Listenebene erhöhen">
            <a:extLst xmlns:a="http://schemas.openxmlformats.org/drawingml/2006/main">
              <a:ext uri="{FF2B5EF4-FFF2-40B4-BE49-F238E27FC236}">
                <a16:creationId xmlns:a16="http://schemas.microsoft.com/office/drawing/2014/main" id="{391F75D5-37CF-45D6-8BB3-BFD497C7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2787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erhöhen</a:t>
            </a:r>
          </a:p>
        </p:txBody>
      </p:sp>
      <p:sp>
        <p:nvSpPr>
          <p:cNvPr id="13" name="Text // Listenebene verringern">
            <a:extLst xmlns:a="http://schemas.openxmlformats.org/drawingml/2006/main">
              <a:ext uri="{FF2B5EF4-FFF2-40B4-BE49-F238E27FC236}">
                <a16:creationId xmlns:a16="http://schemas.microsoft.com/office/drawing/2014/main" id="{6312FA75-9419-41A1-B770-CE9B4CB2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3291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verringern</a:t>
            </a:r>
          </a:p>
        </p:txBody>
      </p:sp>
      <p:sp>
        <p:nvSpPr>
          <p:cNvPr id="25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30403BB4-71FA-47B9-9669-2E152E5E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088000" y="1368000"/>
            <a:ext cx="198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 erstellen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Wechseln Sie die Textebene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Absatz &gt; Listenebene erhöhen/verringern</a:t>
            </a:r>
          </a:p>
        </p:txBody>
      </p:sp>
      <p:pic>
        <p:nvPicPr>
          <p:cNvPr id="26" name="Bild // Listenebene verringer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188a6b6784b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3291874"/>
            <a:ext cx="855360" cy="396000"/>
          </a:xfrm>
          <a:prstGeom xmlns:a="http://schemas.openxmlformats.org/drawingml/2006/main" prst="rect">
            <a:avLst/>
          </a:prstGeom>
        </p:spPr>
      </p:pic>
      <p:pic>
        <p:nvPicPr>
          <p:cNvPr id="27" name="Bild // Listenebene erhöh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60bd7edbb42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2787874"/>
            <a:ext cx="855360" cy="396000"/>
          </a:xfrm>
          <a:prstGeom xmlns:a="http://schemas.openxmlformats.org/drawingml/2006/main" prst="rect">
            <a:avLst/>
          </a:prstGeom>
        </p:spPr>
      </p:pic>
      <p:sp>
        <p:nvSpPr>
          <p:cNvPr id="14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0361CC6D-2F16-4D1F-AD88-807465A2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5" name="Hilfslinien">
            <a:extLst xmlns:a="http://schemas.openxmlformats.org/drawingml/2006/main">
              <a:ext uri="{FF2B5EF4-FFF2-40B4-BE49-F238E27FC236}">
                <a16:creationId xmlns:a16="http://schemas.microsoft.com/office/drawing/2014/main" id="{37FA87E3-230C-43C9-898F-295059E5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Hilfslinien anzeigen über Menü: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Ansicht &gt; Anzeigen &gt; Haken bei Führungslinien setzen</a:t>
            </a:r>
          </a:p>
        </p:txBody>
      </p:sp>
      <p:sp>
        <p:nvSpPr>
          <p:cNvPr id="16" name="Fußzeile">
            <a:extLst xmlns:a="http://schemas.openxmlformats.org/drawingml/2006/main">
              <a:ext uri="{FF2B5EF4-FFF2-40B4-BE49-F238E27FC236}">
                <a16:creationId xmlns:a16="http://schemas.microsoft.com/office/drawing/2014/main" id="{36A7C2EB-3CCA-4E47-AB96-ED00F540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30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88E734EA-E1EA-4054-A6EA-C343193C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 des Folienlayouts </a:t>
            </a:r>
            <a:br/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Layout</a:t>
            </a:r>
          </a:p>
        </p:txBody>
      </p:sp>
      <p:sp>
        <p:nvSpPr>
          <p:cNvPr id="17" name="Gerader Verbinder 16">
            <a:extLst xmlns:a="http://schemas.openxmlformats.org/drawingml/2006/main">
              <a:ext uri="{FF2B5EF4-FFF2-40B4-BE49-F238E27FC236}">
                <a16:creationId xmlns:a16="http://schemas.microsoft.com/office/drawing/2014/main" id="{D818FDC4-CECC-4141-9838-7B3D6D8E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3" name="Grafik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15d4c4e6440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a3276134346d1"/>
    <p:sldLayoutId xmlns:r="http://schemas.openxmlformats.org/officeDocument/2006/relationships" id="2147483650" r:id="R5dbd3b4748534b64"/>
    <p:sldLayoutId xmlns:r="http://schemas.openxmlformats.org/officeDocument/2006/relationships" id="2147483651" r:id="Rc676fa1f294747f8"/>
    <p:sldLayoutId xmlns:r="http://schemas.openxmlformats.org/officeDocument/2006/relationships" id="2147483652" r:id="Rca816a77d6e44519"/>
    <p:sldLayoutId xmlns:r="http://schemas.openxmlformats.org/officeDocument/2006/relationships" id="2147483653" r:id="Rd6e1ee13a32c47c4"/>
    <p:sldLayoutId xmlns:r="http://schemas.openxmlformats.org/officeDocument/2006/relationships" id="2147483654" r:id="R6246de975da44957"/>
    <p:sldLayoutId xmlns:r="http://schemas.openxmlformats.org/officeDocument/2006/relationships" id="2147483655" r:id="R562718f187a441cb"/>
    <p:sldLayoutId xmlns:r="http://schemas.openxmlformats.org/officeDocument/2006/relationships" id="2147483656" r:id="R727cdb309efa4ecd"/>
    <p:sldLayoutId xmlns:r="http://schemas.openxmlformats.org/officeDocument/2006/relationships" id="2147483657" r:id="Rd0e404e2a1ac4924"/>
  </p:sldLayoutIdLst>
  <p:hf hdr="0" dt="0"/>
  <p:txStyles>
    <p:titleStyle>
      <a:lvl1pPr xmlns:a="http://schemas.openxmlformats.org/drawingml/2006/main" marL="0" indent="0" algn="l">
        <a:lnSpc>
          <a:spcPct val="100000"/>
        </a:lnSpc>
        <a:spcBef>
          <a:spcPts val="0"/>
        </a:spcBef>
        <a:buNone/>
        <a:defRPr sz="2700" b="1">
          <a:solidFill>
            <a:schemeClr val="tx2"/>
          </a:solidFill>
          <a:latin typeface="RubFlama"/>
          <a:ea typeface="RubFlama"/>
          <a:cs typeface="RubFlama"/>
        </a:defRPr>
      </a:lvl1pPr>
    </p:titleStyle>
    <p:bodyStyle>
      <a:lvl1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1200"/>
        </a:spcAft>
        <a:buNone/>
        <a:defRPr sz="1500" b="1">
          <a:solidFill>
            <a:schemeClr val="tx2"/>
          </a:solidFill>
          <a:latin typeface="RUB Scala MZ"/>
          <a:ea typeface="RUB Scala MZ"/>
          <a:cs typeface="RUB Scala MZ"/>
        </a:defRPr>
      </a:lvl1pPr>
      <a:lvl2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2pPr>
      <a:lvl3pPr xmlns:a="http://schemas.openxmlformats.org/drawingml/2006/main" marL="234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3pPr>
      <a:lvl4pPr xmlns:a="http://schemas.openxmlformats.org/drawingml/2006/main" marL="468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4pPr>
      <a:lvl5pPr xmlns:a="http://schemas.openxmlformats.org/drawingml/2006/main" marL="702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5pPr>
      <a:lvl6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6pPr>
      <a:lvl7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7pPr>
      <a:lvl8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8pPr>
      <a:lvl9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ae9047ddb4045" /><Relationship Type="http://schemas.openxmlformats.org/officeDocument/2006/relationships/notesSlide" Target="/ppt/notesSlides/notesSlide1.xml" Id="R4e2a61edf7db40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5339E1-EC85-478E-B173-7BD5579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9050">
            <a:solidFill>
              <a:srgbClr val="003A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3A61"/>
                </a:solidFill>
              </a:rPr>
              <a:t>fill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FAECD-2AE5-4799-9C84-5D7419E9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4300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A5"/>
          </a:solidFill>
          <a:ln xmlns:a="http://schemas.openxmlformats.org/drawingml/2006/main" w="19050">
            <a:solidFill>
              <a:srgbClr val="003A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3A61"/>
                </a:solidFill>
              </a:rPr>
              <a:t>fill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E83E7-4337-43E9-81A0-F4D58A3B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4300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003A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3A61"/>
                </a:solidFill>
              </a:rPr>
              <a:t>fill 2</a:t>
            </a:r>
          </a:p>
        </p:txBody>
      </p:sp>
    </p:spTree>
    <p:extLst>
      <p:ext uri="{BB962C8B-B14F-4D97-AF65-F5344CB8AC3E}">
        <p14:creationId xmlns:p14="http://schemas.microsoft.com/office/powerpoint/2010/main" val="2743980225"/>
      </p:ext>
    </p:extLst>
  </p:cSld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2026-06-12T20:35:02.9220000Z</dcterms:created>
  <dcterms:modified xsi:type="dcterms:W3CDTF">2026-06-12T20:35:02.9230000Z</dcterms:modified>
</coreProperties>
</file>